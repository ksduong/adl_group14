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81203" r:id="rId2"/>
    <p:sldId id="2147481204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68" d="100"/>
          <a:sy n="68" d="100"/>
        </p:scale>
        <p:origin x="6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3" preserve="1" userDrawn="1">
  <p:cSld name="Cover3">
    <p:bg>
      <p:bgPr>
        <a:solidFill>
          <a:schemeClr val="dk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6"/>
          <p:cNvSpPr txBox="1">
            <a:spLocks noGrp="1"/>
          </p:cNvSpPr>
          <p:nvPr>
            <p:ph type="ctrTitle" hasCustomPrompt="1"/>
          </p:nvPr>
        </p:nvSpPr>
        <p:spPr>
          <a:xfrm>
            <a:off x="876436" y="2003814"/>
            <a:ext cx="6528179" cy="203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42" name="Google Shape;42;p76"/>
          <p:cNvSpPr txBox="1">
            <a:spLocks noGrp="1"/>
          </p:cNvSpPr>
          <p:nvPr>
            <p:ph type="subTitle" idx="1"/>
          </p:nvPr>
        </p:nvSpPr>
        <p:spPr>
          <a:xfrm>
            <a:off x="876436" y="4133513"/>
            <a:ext cx="6528179" cy="12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9525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tabLst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pic>
        <p:nvPicPr>
          <p:cNvPr id="44" name="Google Shape;44;p7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8361" y="0"/>
            <a:ext cx="744364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631E5C-995C-5248-76E1-0347E63CFD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846660"/>
            <a:ext cx="1846371" cy="784708"/>
          </a:xfrm>
          <a:prstGeom prst="rect">
            <a:avLst/>
          </a:prstGeom>
        </p:spPr>
      </p:pic>
      <p:pic>
        <p:nvPicPr>
          <p:cNvPr id="3" name="Google Shape;14;p40" descr="A blue and black background&#10;&#10;Description automatically generated">
            <a:extLst>
              <a:ext uri="{FF2B5EF4-FFF2-40B4-BE49-F238E27FC236}">
                <a16:creationId xmlns:a16="http://schemas.microsoft.com/office/drawing/2014/main" id="{4000519C-31A7-4D30-9B1E-81E52D247CF5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830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3" preserve="1" userDrawn="1">
  <p:cSld name="1_Cover3">
    <p:bg>
      <p:bgPr>
        <a:solidFill>
          <a:schemeClr val="dk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AF966E3C-B1D6-9D91-598D-1AC1EC3797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777" r="2977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1" name="Google Shape;41;p76"/>
          <p:cNvSpPr txBox="1">
            <a:spLocks noGrp="1"/>
          </p:cNvSpPr>
          <p:nvPr>
            <p:ph type="ctrTitle" hasCustomPrompt="1"/>
          </p:nvPr>
        </p:nvSpPr>
        <p:spPr>
          <a:xfrm>
            <a:off x="876436" y="2003814"/>
            <a:ext cx="6528179" cy="203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42" name="Google Shape;42;p76"/>
          <p:cNvSpPr txBox="1">
            <a:spLocks noGrp="1"/>
          </p:cNvSpPr>
          <p:nvPr>
            <p:ph type="subTitle" idx="1"/>
          </p:nvPr>
        </p:nvSpPr>
        <p:spPr>
          <a:xfrm>
            <a:off x="876436" y="4133513"/>
            <a:ext cx="6528179" cy="12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9525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tabLst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pic>
        <p:nvPicPr>
          <p:cNvPr id="44" name="Google Shape;44;p7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8361" y="0"/>
            <a:ext cx="744364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4631E5C-995C-5248-76E1-0347E63CFD2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38200" y="846660"/>
            <a:ext cx="1846371" cy="78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5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3" preserve="1" userDrawn="1">
  <p:cSld name="1_Cover3">
    <p:bg>
      <p:bgPr>
        <a:solidFill>
          <a:schemeClr val="bg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6"/>
          <p:cNvSpPr txBox="1">
            <a:spLocks noGrp="1"/>
          </p:cNvSpPr>
          <p:nvPr>
            <p:ph type="ctrTitle" hasCustomPrompt="1"/>
          </p:nvPr>
        </p:nvSpPr>
        <p:spPr>
          <a:xfrm>
            <a:off x="876436" y="2003814"/>
            <a:ext cx="6528179" cy="2037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</a:p>
        </p:txBody>
      </p:sp>
      <p:sp>
        <p:nvSpPr>
          <p:cNvPr id="42" name="Google Shape;42;p76"/>
          <p:cNvSpPr txBox="1">
            <a:spLocks noGrp="1"/>
          </p:cNvSpPr>
          <p:nvPr>
            <p:ph type="subTitle" idx="1"/>
          </p:nvPr>
        </p:nvSpPr>
        <p:spPr>
          <a:xfrm>
            <a:off x="876436" y="4133513"/>
            <a:ext cx="6528179" cy="12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9525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tabLst/>
              <a:defRPr sz="2000">
                <a:solidFill>
                  <a:schemeClr val="tx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pic>
        <p:nvPicPr>
          <p:cNvPr id="44" name="Google Shape;44;p76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748361" y="0"/>
            <a:ext cx="744364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76" descr="A blue and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F008FA9-A95A-B05F-377B-2231DE437F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7667" y="965012"/>
            <a:ext cx="1574215" cy="54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1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C" preserve="1">
  <p:cSld name="1_TOC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>
            <a:spLocks noGrp="1"/>
          </p:cNvSpPr>
          <p:nvPr>
            <p:ph type="pic" idx="2"/>
          </p:nvPr>
        </p:nvSpPr>
        <p:spPr>
          <a:xfrm>
            <a:off x="6339992" y="0"/>
            <a:ext cx="5852007" cy="67436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8" name="Google Shape;48;p43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48975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49" name="Google Shape;49;p43"/>
          <p:cNvSpPr txBox="1">
            <a:spLocks noGrp="1"/>
          </p:cNvSpPr>
          <p:nvPr>
            <p:ph type="body" idx="1"/>
          </p:nvPr>
        </p:nvSpPr>
        <p:spPr>
          <a:xfrm>
            <a:off x="1664494" y="3690072"/>
            <a:ext cx="40787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Google Shape;50;p43"/>
          <p:cNvSpPr txBox="1">
            <a:spLocks noGrp="1"/>
          </p:cNvSpPr>
          <p:nvPr>
            <p:ph type="body" idx="3"/>
          </p:nvPr>
        </p:nvSpPr>
        <p:spPr>
          <a:xfrm>
            <a:off x="1664494" y="4527200"/>
            <a:ext cx="4078709" cy="4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Google Shape;51;p43"/>
          <p:cNvSpPr txBox="1">
            <a:spLocks noGrp="1"/>
          </p:cNvSpPr>
          <p:nvPr>
            <p:ph type="body" idx="4"/>
          </p:nvPr>
        </p:nvSpPr>
        <p:spPr>
          <a:xfrm>
            <a:off x="1664494" y="5364327"/>
            <a:ext cx="4078709" cy="4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Google Shape;52;p43"/>
          <p:cNvSpPr txBox="1">
            <a:spLocks noGrp="1"/>
          </p:cNvSpPr>
          <p:nvPr>
            <p:ph type="body" idx="5"/>
          </p:nvPr>
        </p:nvSpPr>
        <p:spPr>
          <a:xfrm>
            <a:off x="1664494" y="2009379"/>
            <a:ext cx="40787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Google Shape;53;p43"/>
          <p:cNvSpPr txBox="1">
            <a:spLocks noGrp="1"/>
          </p:cNvSpPr>
          <p:nvPr>
            <p:ph type="body" idx="6"/>
          </p:nvPr>
        </p:nvSpPr>
        <p:spPr>
          <a:xfrm>
            <a:off x="1664494" y="2852945"/>
            <a:ext cx="40787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43"/>
          <p:cNvSpPr txBox="1"/>
          <p:nvPr/>
        </p:nvSpPr>
        <p:spPr>
          <a:xfrm>
            <a:off x="838200" y="1914814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43"/>
          <p:cNvSpPr txBox="1"/>
          <p:nvPr/>
        </p:nvSpPr>
        <p:spPr>
          <a:xfrm>
            <a:off x="838200" y="2758380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43"/>
          <p:cNvSpPr txBox="1"/>
          <p:nvPr/>
        </p:nvSpPr>
        <p:spPr>
          <a:xfrm>
            <a:off x="838200" y="3595507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43"/>
          <p:cNvSpPr txBox="1"/>
          <p:nvPr/>
        </p:nvSpPr>
        <p:spPr>
          <a:xfrm>
            <a:off x="838200" y="4432634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43"/>
          <p:cNvSpPr txBox="1"/>
          <p:nvPr/>
        </p:nvSpPr>
        <p:spPr>
          <a:xfrm>
            <a:off x="838200" y="5269761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05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9" name="Google Shape;59;p43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699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OC" preserve="1" userDrawn="1">
  <p:cSld name="2_TOC">
    <p:bg>
      <p:bgPr>
        <a:solidFill>
          <a:schemeClr val="tx1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>
            <a:spLocks noGrp="1"/>
          </p:cNvSpPr>
          <p:nvPr>
            <p:ph type="pic" idx="2"/>
          </p:nvPr>
        </p:nvSpPr>
        <p:spPr>
          <a:xfrm>
            <a:off x="6339992" y="0"/>
            <a:ext cx="5852007" cy="674369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8" name="Google Shape;48;p43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48975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200">
                <a:solidFill>
                  <a:schemeClr val="bg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54" name="Google Shape;54;p43"/>
          <p:cNvSpPr txBox="1"/>
          <p:nvPr/>
        </p:nvSpPr>
        <p:spPr>
          <a:xfrm>
            <a:off x="838200" y="1914814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" name="Google Shape;55;p43"/>
          <p:cNvSpPr txBox="1"/>
          <p:nvPr/>
        </p:nvSpPr>
        <p:spPr>
          <a:xfrm>
            <a:off x="838200" y="2758380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6" name="Google Shape;56;p43"/>
          <p:cNvSpPr txBox="1"/>
          <p:nvPr/>
        </p:nvSpPr>
        <p:spPr>
          <a:xfrm>
            <a:off x="838200" y="3595507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7" name="Google Shape;57;p43"/>
          <p:cNvSpPr txBox="1"/>
          <p:nvPr/>
        </p:nvSpPr>
        <p:spPr>
          <a:xfrm>
            <a:off x="838200" y="4432634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8" name="Google Shape;58;p43"/>
          <p:cNvSpPr txBox="1"/>
          <p:nvPr/>
        </p:nvSpPr>
        <p:spPr>
          <a:xfrm>
            <a:off x="838200" y="5269761"/>
            <a:ext cx="82629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05</a:t>
            </a:r>
            <a:endParaRPr sz="3200" b="1" i="0" u="none" strike="noStrike" cap="none" dirty="0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9" name="Google Shape;59;p43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;p40">
            <a:extLst>
              <a:ext uri="{FF2B5EF4-FFF2-40B4-BE49-F238E27FC236}">
                <a16:creationId xmlns:a16="http://schemas.microsoft.com/office/drawing/2014/main" id="{F950051D-20C3-C321-A376-BC6634C8C38A}"/>
              </a:ext>
            </a:extLst>
          </p:cNvPr>
          <p:cNvSpPr txBox="1"/>
          <p:nvPr userDrawn="1"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chemeClr val="bg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49;p43">
            <a:extLst>
              <a:ext uri="{FF2B5EF4-FFF2-40B4-BE49-F238E27FC236}">
                <a16:creationId xmlns:a16="http://schemas.microsoft.com/office/drawing/2014/main" id="{7CB2CC64-FD20-78F0-8097-76B89B5264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64494" y="3690072"/>
            <a:ext cx="40787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50;p43">
            <a:extLst>
              <a:ext uri="{FF2B5EF4-FFF2-40B4-BE49-F238E27FC236}">
                <a16:creationId xmlns:a16="http://schemas.microsoft.com/office/drawing/2014/main" id="{260E2CCE-061A-3A1F-A3BF-255749B96078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664494" y="4527200"/>
            <a:ext cx="4078709" cy="4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Google Shape;51;p43">
            <a:extLst>
              <a:ext uri="{FF2B5EF4-FFF2-40B4-BE49-F238E27FC236}">
                <a16:creationId xmlns:a16="http://schemas.microsoft.com/office/drawing/2014/main" id="{B8301647-71AB-6657-EA3F-236729504B44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1664494" y="5364327"/>
            <a:ext cx="4078709" cy="4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Google Shape;52;p43">
            <a:extLst>
              <a:ext uri="{FF2B5EF4-FFF2-40B4-BE49-F238E27FC236}">
                <a16:creationId xmlns:a16="http://schemas.microsoft.com/office/drawing/2014/main" id="{64F20E59-B1DC-31C8-29E5-964F22AABADE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1664494" y="2009379"/>
            <a:ext cx="40787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Google Shape;53;p43">
            <a:extLst>
              <a:ext uri="{FF2B5EF4-FFF2-40B4-BE49-F238E27FC236}">
                <a16:creationId xmlns:a16="http://schemas.microsoft.com/office/drawing/2014/main" id="{C14910B1-71D4-4894-2F04-98F40B565D04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1664494" y="2852945"/>
            <a:ext cx="407870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tabLst/>
              <a:defRPr sz="1600" b="0" i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5818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1_Title and Conte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85EB232-BE48-FB3C-47B0-289006DCC1F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53489"/>
            <a:ext cx="10515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1" name="Google Shape;61;p44"/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4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13226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preserve="1" userDrawn="1">
  <p:cSld name="2_Title and Conten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44"/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3"/>
            <a:ext cx="3982615" cy="91333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315E74-35DE-CD21-6980-3CED6819B721}"/>
              </a:ext>
            </a:extLst>
          </p:cNvPr>
          <p:cNvCxnSpPr>
            <a:cxnSpLocks/>
          </p:cNvCxnSpPr>
          <p:nvPr userDrawn="1"/>
        </p:nvCxnSpPr>
        <p:spPr>
          <a:xfrm>
            <a:off x="2268618" y="3087917"/>
            <a:ext cx="7654764" cy="0"/>
          </a:xfrm>
          <a:prstGeom prst="line">
            <a:avLst/>
          </a:prstGeom>
          <a:ln w="539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73D6D5B-C33B-B585-598C-E1A97039D781}"/>
              </a:ext>
            </a:extLst>
          </p:cNvPr>
          <p:cNvGrpSpPr/>
          <p:nvPr userDrawn="1"/>
        </p:nvGrpSpPr>
        <p:grpSpPr>
          <a:xfrm>
            <a:off x="1080463" y="1713402"/>
            <a:ext cx="10031074" cy="2749031"/>
            <a:chOff x="675465" y="1769852"/>
            <a:chExt cx="10031074" cy="27490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C6EF7C-6796-9816-9BF7-E35CFD8C57F2}"/>
                </a:ext>
              </a:extLst>
            </p:cNvPr>
            <p:cNvGrpSpPr/>
            <p:nvPr/>
          </p:nvGrpSpPr>
          <p:grpSpPr>
            <a:xfrm>
              <a:off x="7849526" y="1769852"/>
              <a:ext cx="2857013" cy="2749031"/>
              <a:chOff x="4886325" y="2263404"/>
              <a:chExt cx="2419349" cy="2327909"/>
            </a:xfrm>
          </p:grpSpPr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95EFDF1-CB93-7B90-5A52-4A340691479C}"/>
                  </a:ext>
                </a:extLst>
              </p:cNvPr>
              <p:cNvSpPr/>
              <p:nvPr/>
            </p:nvSpPr>
            <p:spPr>
              <a:xfrm>
                <a:off x="4930718" y="2263404"/>
                <a:ext cx="2327909" cy="2327909"/>
              </a:xfrm>
              <a:custGeom>
                <a:avLst/>
                <a:gdLst>
                  <a:gd name="connsiteX0" fmla="*/ 2327909 w 2327909"/>
                  <a:gd name="connsiteY0" fmla="*/ 1163955 h 2327909"/>
                  <a:gd name="connsiteX1" fmla="*/ 1163955 w 2327909"/>
                  <a:gd name="connsiteY1" fmla="*/ 2327909 h 2327909"/>
                  <a:gd name="connsiteX2" fmla="*/ 0 w 2327909"/>
                  <a:gd name="connsiteY2" fmla="*/ 1163955 h 2327909"/>
                  <a:gd name="connsiteX3" fmla="*/ 1163955 w 2327909"/>
                  <a:gd name="connsiteY3" fmla="*/ 0 h 2327909"/>
                  <a:gd name="connsiteX4" fmla="*/ 2327909 w 2327909"/>
                  <a:gd name="connsiteY4" fmla="*/ 1163955 h 23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7909" h="2327909">
                    <a:moveTo>
                      <a:pt x="2327909" y="1163955"/>
                    </a:moveTo>
                    <a:cubicBezTo>
                      <a:pt x="2327909" y="1806789"/>
                      <a:pt x="1806789" y="2327909"/>
                      <a:pt x="1163955" y="2327909"/>
                    </a:cubicBezTo>
                    <a:cubicBezTo>
                      <a:pt x="521120" y="2327909"/>
                      <a:pt x="0" y="1806789"/>
                      <a:pt x="0" y="1163955"/>
                    </a:cubicBezTo>
                    <a:cubicBezTo>
                      <a:pt x="0" y="521120"/>
                      <a:pt x="521120" y="0"/>
                      <a:pt x="1163955" y="0"/>
                    </a:cubicBezTo>
                    <a:cubicBezTo>
                      <a:pt x="1806789" y="0"/>
                      <a:pt x="2327909" y="521120"/>
                      <a:pt x="2327909" y="116395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CAE0779-AE44-C292-A3A5-6BCECD5E5184}"/>
                  </a:ext>
                </a:extLst>
              </p:cNvPr>
              <p:cNvSpPr/>
              <p:nvPr/>
            </p:nvSpPr>
            <p:spPr>
              <a:xfrm>
                <a:off x="4886325" y="2906765"/>
                <a:ext cx="196479" cy="1051824"/>
              </a:xfrm>
              <a:custGeom>
                <a:avLst/>
                <a:gdLst>
                  <a:gd name="connsiteX0" fmla="*/ 150495 w 196479"/>
                  <a:gd name="connsiteY0" fmla="*/ 1051825 h 1051824"/>
                  <a:gd name="connsiteX1" fmla="*/ 108585 w 196479"/>
                  <a:gd name="connsiteY1" fmla="*/ 1025155 h 1051824"/>
                  <a:gd name="connsiteX2" fmla="*/ 0 w 196479"/>
                  <a:gd name="connsiteY2" fmla="*/ 523187 h 1051824"/>
                  <a:gd name="connsiteX3" fmla="*/ 105728 w 196479"/>
                  <a:gd name="connsiteY3" fmla="*/ 26934 h 1051824"/>
                  <a:gd name="connsiteX4" fmla="*/ 166688 w 196479"/>
                  <a:gd name="connsiteY4" fmla="*/ 4074 h 1051824"/>
                  <a:gd name="connsiteX5" fmla="*/ 189548 w 196479"/>
                  <a:gd name="connsiteY5" fmla="*/ 65034 h 1051824"/>
                  <a:gd name="connsiteX6" fmla="*/ 91440 w 196479"/>
                  <a:gd name="connsiteY6" fmla="*/ 523187 h 1051824"/>
                  <a:gd name="connsiteX7" fmla="*/ 192405 w 196479"/>
                  <a:gd name="connsiteY7" fmla="*/ 987055 h 1051824"/>
                  <a:gd name="connsiteX8" fmla="*/ 169545 w 196479"/>
                  <a:gd name="connsiteY8" fmla="*/ 1048014 h 1051824"/>
                  <a:gd name="connsiteX9" fmla="*/ 150495 w 196479"/>
                  <a:gd name="connsiteY9" fmla="*/ 1051825 h 105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6479" h="1051824">
                    <a:moveTo>
                      <a:pt x="150495" y="1051825"/>
                    </a:moveTo>
                    <a:cubicBezTo>
                      <a:pt x="133350" y="1051825"/>
                      <a:pt x="116205" y="1041347"/>
                      <a:pt x="108585" y="1025155"/>
                    </a:cubicBezTo>
                    <a:cubicBezTo>
                      <a:pt x="36195" y="867039"/>
                      <a:pt x="0" y="698447"/>
                      <a:pt x="0" y="523187"/>
                    </a:cubicBezTo>
                    <a:cubicBezTo>
                      <a:pt x="0" y="347927"/>
                      <a:pt x="35243" y="183145"/>
                      <a:pt x="105728" y="26934"/>
                    </a:cubicBezTo>
                    <a:cubicBezTo>
                      <a:pt x="116205" y="4074"/>
                      <a:pt x="143827" y="-6403"/>
                      <a:pt x="166688" y="4074"/>
                    </a:cubicBezTo>
                    <a:cubicBezTo>
                      <a:pt x="189548" y="14552"/>
                      <a:pt x="200025" y="42174"/>
                      <a:pt x="189548" y="65034"/>
                    </a:cubicBezTo>
                    <a:cubicBezTo>
                      <a:pt x="124778" y="209814"/>
                      <a:pt x="91440" y="363167"/>
                      <a:pt x="91440" y="523187"/>
                    </a:cubicBezTo>
                    <a:cubicBezTo>
                      <a:pt x="91440" y="683207"/>
                      <a:pt x="125730" y="841322"/>
                      <a:pt x="192405" y="987055"/>
                    </a:cubicBezTo>
                    <a:cubicBezTo>
                      <a:pt x="202883" y="1009914"/>
                      <a:pt x="192405" y="1037537"/>
                      <a:pt x="169545" y="1048014"/>
                    </a:cubicBezTo>
                    <a:cubicBezTo>
                      <a:pt x="162877" y="1050872"/>
                      <a:pt x="157163" y="1051825"/>
                      <a:pt x="150495" y="10518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3C284B10-4DC9-BEC7-095C-BA754603A96F}"/>
                  </a:ext>
                </a:extLst>
              </p:cNvPr>
              <p:cNvSpPr/>
              <p:nvPr/>
            </p:nvSpPr>
            <p:spPr>
              <a:xfrm>
                <a:off x="7109195" y="2906765"/>
                <a:ext cx="196479" cy="1051824"/>
              </a:xfrm>
              <a:custGeom>
                <a:avLst/>
                <a:gdLst>
                  <a:gd name="connsiteX0" fmla="*/ 45984 w 196479"/>
                  <a:gd name="connsiteY0" fmla="*/ 1051825 h 1051824"/>
                  <a:gd name="connsiteX1" fmla="*/ 26934 w 196479"/>
                  <a:gd name="connsiteY1" fmla="*/ 1048014 h 1051824"/>
                  <a:gd name="connsiteX2" fmla="*/ 4075 w 196479"/>
                  <a:gd name="connsiteY2" fmla="*/ 987055 h 1051824"/>
                  <a:gd name="connsiteX3" fmla="*/ 105039 w 196479"/>
                  <a:gd name="connsiteY3" fmla="*/ 523187 h 1051824"/>
                  <a:gd name="connsiteX4" fmla="*/ 6932 w 196479"/>
                  <a:gd name="connsiteY4" fmla="*/ 65034 h 1051824"/>
                  <a:gd name="connsiteX5" fmla="*/ 29792 w 196479"/>
                  <a:gd name="connsiteY5" fmla="*/ 4074 h 1051824"/>
                  <a:gd name="connsiteX6" fmla="*/ 90752 w 196479"/>
                  <a:gd name="connsiteY6" fmla="*/ 26934 h 1051824"/>
                  <a:gd name="connsiteX7" fmla="*/ 196479 w 196479"/>
                  <a:gd name="connsiteY7" fmla="*/ 523187 h 1051824"/>
                  <a:gd name="connsiteX8" fmla="*/ 87895 w 196479"/>
                  <a:gd name="connsiteY8" fmla="*/ 1025155 h 1051824"/>
                  <a:gd name="connsiteX9" fmla="*/ 45984 w 196479"/>
                  <a:gd name="connsiteY9" fmla="*/ 1051825 h 105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6479" h="1051824">
                    <a:moveTo>
                      <a:pt x="45984" y="1051825"/>
                    </a:moveTo>
                    <a:cubicBezTo>
                      <a:pt x="39317" y="1051825"/>
                      <a:pt x="32650" y="1050872"/>
                      <a:pt x="26934" y="1048014"/>
                    </a:cubicBezTo>
                    <a:cubicBezTo>
                      <a:pt x="4075" y="1037537"/>
                      <a:pt x="-6403" y="1009914"/>
                      <a:pt x="4075" y="987055"/>
                    </a:cubicBezTo>
                    <a:cubicBezTo>
                      <a:pt x="70749" y="841322"/>
                      <a:pt x="105039" y="685112"/>
                      <a:pt x="105039" y="523187"/>
                    </a:cubicBezTo>
                    <a:cubicBezTo>
                      <a:pt x="105039" y="361262"/>
                      <a:pt x="71702" y="209814"/>
                      <a:pt x="6932" y="65034"/>
                    </a:cubicBezTo>
                    <a:cubicBezTo>
                      <a:pt x="-3546" y="42174"/>
                      <a:pt x="6932" y="14552"/>
                      <a:pt x="29792" y="4074"/>
                    </a:cubicBezTo>
                    <a:cubicBezTo>
                      <a:pt x="52652" y="-6403"/>
                      <a:pt x="80274" y="4074"/>
                      <a:pt x="90752" y="26934"/>
                    </a:cubicBezTo>
                    <a:cubicBezTo>
                      <a:pt x="161237" y="183145"/>
                      <a:pt x="196479" y="349832"/>
                      <a:pt x="196479" y="523187"/>
                    </a:cubicBezTo>
                    <a:cubicBezTo>
                      <a:pt x="196479" y="696542"/>
                      <a:pt x="160285" y="867039"/>
                      <a:pt x="87895" y="1025155"/>
                    </a:cubicBezTo>
                    <a:cubicBezTo>
                      <a:pt x="80274" y="1042300"/>
                      <a:pt x="63129" y="1051825"/>
                      <a:pt x="45984" y="10518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65E1C1-0ED8-9E05-9340-F2B4F409D1DB}"/>
                </a:ext>
              </a:extLst>
            </p:cNvPr>
            <p:cNvGrpSpPr/>
            <p:nvPr/>
          </p:nvGrpSpPr>
          <p:grpSpPr>
            <a:xfrm>
              <a:off x="675465" y="1769852"/>
              <a:ext cx="2857013" cy="2749031"/>
              <a:chOff x="4886325" y="2263404"/>
              <a:chExt cx="2419349" cy="2327909"/>
            </a:xfrm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50882929-99A6-922B-569B-1A4C40C93E4B}"/>
                  </a:ext>
                </a:extLst>
              </p:cNvPr>
              <p:cNvSpPr/>
              <p:nvPr/>
            </p:nvSpPr>
            <p:spPr>
              <a:xfrm>
                <a:off x="4930718" y="2263404"/>
                <a:ext cx="2327909" cy="2327909"/>
              </a:xfrm>
              <a:custGeom>
                <a:avLst/>
                <a:gdLst>
                  <a:gd name="connsiteX0" fmla="*/ 2327909 w 2327909"/>
                  <a:gd name="connsiteY0" fmla="*/ 1163955 h 2327909"/>
                  <a:gd name="connsiteX1" fmla="*/ 1163955 w 2327909"/>
                  <a:gd name="connsiteY1" fmla="*/ 2327909 h 2327909"/>
                  <a:gd name="connsiteX2" fmla="*/ 0 w 2327909"/>
                  <a:gd name="connsiteY2" fmla="*/ 1163955 h 2327909"/>
                  <a:gd name="connsiteX3" fmla="*/ 1163955 w 2327909"/>
                  <a:gd name="connsiteY3" fmla="*/ 0 h 2327909"/>
                  <a:gd name="connsiteX4" fmla="*/ 2327909 w 2327909"/>
                  <a:gd name="connsiteY4" fmla="*/ 1163955 h 23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7909" h="2327909">
                    <a:moveTo>
                      <a:pt x="2327909" y="1163955"/>
                    </a:moveTo>
                    <a:cubicBezTo>
                      <a:pt x="2327909" y="1806789"/>
                      <a:pt x="1806789" y="2327909"/>
                      <a:pt x="1163955" y="2327909"/>
                    </a:cubicBezTo>
                    <a:cubicBezTo>
                      <a:pt x="521120" y="2327909"/>
                      <a:pt x="0" y="1806789"/>
                      <a:pt x="0" y="1163955"/>
                    </a:cubicBezTo>
                    <a:cubicBezTo>
                      <a:pt x="0" y="521120"/>
                      <a:pt x="521120" y="0"/>
                      <a:pt x="1163955" y="0"/>
                    </a:cubicBezTo>
                    <a:cubicBezTo>
                      <a:pt x="1806789" y="0"/>
                      <a:pt x="2327909" y="521120"/>
                      <a:pt x="2327909" y="116395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D2928AC-FDD8-E979-C6B0-43E71A3B0627}"/>
                  </a:ext>
                </a:extLst>
              </p:cNvPr>
              <p:cNvSpPr/>
              <p:nvPr/>
            </p:nvSpPr>
            <p:spPr>
              <a:xfrm>
                <a:off x="4886325" y="2906765"/>
                <a:ext cx="196479" cy="1051824"/>
              </a:xfrm>
              <a:custGeom>
                <a:avLst/>
                <a:gdLst>
                  <a:gd name="connsiteX0" fmla="*/ 150495 w 196479"/>
                  <a:gd name="connsiteY0" fmla="*/ 1051825 h 1051824"/>
                  <a:gd name="connsiteX1" fmla="*/ 108585 w 196479"/>
                  <a:gd name="connsiteY1" fmla="*/ 1025155 h 1051824"/>
                  <a:gd name="connsiteX2" fmla="*/ 0 w 196479"/>
                  <a:gd name="connsiteY2" fmla="*/ 523187 h 1051824"/>
                  <a:gd name="connsiteX3" fmla="*/ 105728 w 196479"/>
                  <a:gd name="connsiteY3" fmla="*/ 26934 h 1051824"/>
                  <a:gd name="connsiteX4" fmla="*/ 166688 w 196479"/>
                  <a:gd name="connsiteY4" fmla="*/ 4074 h 1051824"/>
                  <a:gd name="connsiteX5" fmla="*/ 189548 w 196479"/>
                  <a:gd name="connsiteY5" fmla="*/ 65034 h 1051824"/>
                  <a:gd name="connsiteX6" fmla="*/ 91440 w 196479"/>
                  <a:gd name="connsiteY6" fmla="*/ 523187 h 1051824"/>
                  <a:gd name="connsiteX7" fmla="*/ 192405 w 196479"/>
                  <a:gd name="connsiteY7" fmla="*/ 987055 h 1051824"/>
                  <a:gd name="connsiteX8" fmla="*/ 169545 w 196479"/>
                  <a:gd name="connsiteY8" fmla="*/ 1048014 h 1051824"/>
                  <a:gd name="connsiteX9" fmla="*/ 150495 w 196479"/>
                  <a:gd name="connsiteY9" fmla="*/ 1051825 h 105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6479" h="1051824">
                    <a:moveTo>
                      <a:pt x="150495" y="1051825"/>
                    </a:moveTo>
                    <a:cubicBezTo>
                      <a:pt x="133350" y="1051825"/>
                      <a:pt x="116205" y="1041347"/>
                      <a:pt x="108585" y="1025155"/>
                    </a:cubicBezTo>
                    <a:cubicBezTo>
                      <a:pt x="36195" y="867039"/>
                      <a:pt x="0" y="698447"/>
                      <a:pt x="0" y="523187"/>
                    </a:cubicBezTo>
                    <a:cubicBezTo>
                      <a:pt x="0" y="347927"/>
                      <a:pt x="35243" y="183145"/>
                      <a:pt x="105728" y="26934"/>
                    </a:cubicBezTo>
                    <a:cubicBezTo>
                      <a:pt x="116205" y="4074"/>
                      <a:pt x="143827" y="-6403"/>
                      <a:pt x="166688" y="4074"/>
                    </a:cubicBezTo>
                    <a:cubicBezTo>
                      <a:pt x="189548" y="14552"/>
                      <a:pt x="200025" y="42174"/>
                      <a:pt x="189548" y="65034"/>
                    </a:cubicBezTo>
                    <a:cubicBezTo>
                      <a:pt x="124778" y="209814"/>
                      <a:pt x="91440" y="363167"/>
                      <a:pt x="91440" y="523187"/>
                    </a:cubicBezTo>
                    <a:cubicBezTo>
                      <a:pt x="91440" y="683207"/>
                      <a:pt x="125730" y="841322"/>
                      <a:pt x="192405" y="987055"/>
                    </a:cubicBezTo>
                    <a:cubicBezTo>
                      <a:pt x="202883" y="1009914"/>
                      <a:pt x="192405" y="1037537"/>
                      <a:pt x="169545" y="1048014"/>
                    </a:cubicBezTo>
                    <a:cubicBezTo>
                      <a:pt x="162877" y="1050872"/>
                      <a:pt x="157163" y="1051825"/>
                      <a:pt x="150495" y="10518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96306C1D-511D-42ED-E0C8-C1177950BC89}"/>
                  </a:ext>
                </a:extLst>
              </p:cNvPr>
              <p:cNvSpPr/>
              <p:nvPr/>
            </p:nvSpPr>
            <p:spPr>
              <a:xfrm>
                <a:off x="7109195" y="2906765"/>
                <a:ext cx="196479" cy="1051824"/>
              </a:xfrm>
              <a:custGeom>
                <a:avLst/>
                <a:gdLst>
                  <a:gd name="connsiteX0" fmla="*/ 45984 w 196479"/>
                  <a:gd name="connsiteY0" fmla="*/ 1051825 h 1051824"/>
                  <a:gd name="connsiteX1" fmla="*/ 26934 w 196479"/>
                  <a:gd name="connsiteY1" fmla="*/ 1048014 h 1051824"/>
                  <a:gd name="connsiteX2" fmla="*/ 4075 w 196479"/>
                  <a:gd name="connsiteY2" fmla="*/ 987055 h 1051824"/>
                  <a:gd name="connsiteX3" fmla="*/ 105039 w 196479"/>
                  <a:gd name="connsiteY3" fmla="*/ 523187 h 1051824"/>
                  <a:gd name="connsiteX4" fmla="*/ 6932 w 196479"/>
                  <a:gd name="connsiteY4" fmla="*/ 65034 h 1051824"/>
                  <a:gd name="connsiteX5" fmla="*/ 29792 w 196479"/>
                  <a:gd name="connsiteY5" fmla="*/ 4074 h 1051824"/>
                  <a:gd name="connsiteX6" fmla="*/ 90752 w 196479"/>
                  <a:gd name="connsiteY6" fmla="*/ 26934 h 1051824"/>
                  <a:gd name="connsiteX7" fmla="*/ 196479 w 196479"/>
                  <a:gd name="connsiteY7" fmla="*/ 523187 h 1051824"/>
                  <a:gd name="connsiteX8" fmla="*/ 87895 w 196479"/>
                  <a:gd name="connsiteY8" fmla="*/ 1025155 h 1051824"/>
                  <a:gd name="connsiteX9" fmla="*/ 45984 w 196479"/>
                  <a:gd name="connsiteY9" fmla="*/ 1051825 h 105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6479" h="1051824">
                    <a:moveTo>
                      <a:pt x="45984" y="1051825"/>
                    </a:moveTo>
                    <a:cubicBezTo>
                      <a:pt x="39317" y="1051825"/>
                      <a:pt x="32650" y="1050872"/>
                      <a:pt x="26934" y="1048014"/>
                    </a:cubicBezTo>
                    <a:cubicBezTo>
                      <a:pt x="4075" y="1037537"/>
                      <a:pt x="-6403" y="1009914"/>
                      <a:pt x="4075" y="987055"/>
                    </a:cubicBezTo>
                    <a:cubicBezTo>
                      <a:pt x="70749" y="841322"/>
                      <a:pt x="105039" y="685112"/>
                      <a:pt x="105039" y="523187"/>
                    </a:cubicBezTo>
                    <a:cubicBezTo>
                      <a:pt x="105039" y="361262"/>
                      <a:pt x="71702" y="209814"/>
                      <a:pt x="6932" y="65034"/>
                    </a:cubicBezTo>
                    <a:cubicBezTo>
                      <a:pt x="-3546" y="42174"/>
                      <a:pt x="6932" y="14552"/>
                      <a:pt x="29792" y="4074"/>
                    </a:cubicBezTo>
                    <a:cubicBezTo>
                      <a:pt x="52652" y="-6403"/>
                      <a:pt x="80274" y="4074"/>
                      <a:pt x="90752" y="26934"/>
                    </a:cubicBezTo>
                    <a:cubicBezTo>
                      <a:pt x="161237" y="183145"/>
                      <a:pt x="196479" y="349832"/>
                      <a:pt x="196479" y="523187"/>
                    </a:cubicBezTo>
                    <a:cubicBezTo>
                      <a:pt x="196479" y="696542"/>
                      <a:pt x="160285" y="867039"/>
                      <a:pt x="87895" y="1025155"/>
                    </a:cubicBezTo>
                    <a:cubicBezTo>
                      <a:pt x="80274" y="1042300"/>
                      <a:pt x="63129" y="1051825"/>
                      <a:pt x="45984" y="10518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164F08E-EA0A-3FAE-BB65-24CD0717CE07}"/>
                </a:ext>
              </a:extLst>
            </p:cNvPr>
            <p:cNvGrpSpPr/>
            <p:nvPr/>
          </p:nvGrpSpPr>
          <p:grpSpPr>
            <a:xfrm>
              <a:off x="4262495" y="1769852"/>
              <a:ext cx="2857013" cy="2749031"/>
              <a:chOff x="4886325" y="2263404"/>
              <a:chExt cx="2419349" cy="2327909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D517D5A3-4B1C-C789-1B09-596F4D9ABC3D}"/>
                  </a:ext>
                </a:extLst>
              </p:cNvPr>
              <p:cNvSpPr/>
              <p:nvPr/>
            </p:nvSpPr>
            <p:spPr>
              <a:xfrm>
                <a:off x="4930718" y="2263404"/>
                <a:ext cx="2327909" cy="2327909"/>
              </a:xfrm>
              <a:custGeom>
                <a:avLst/>
                <a:gdLst>
                  <a:gd name="connsiteX0" fmla="*/ 2327909 w 2327909"/>
                  <a:gd name="connsiteY0" fmla="*/ 1163955 h 2327909"/>
                  <a:gd name="connsiteX1" fmla="*/ 1163955 w 2327909"/>
                  <a:gd name="connsiteY1" fmla="*/ 2327909 h 2327909"/>
                  <a:gd name="connsiteX2" fmla="*/ 0 w 2327909"/>
                  <a:gd name="connsiteY2" fmla="*/ 1163955 h 2327909"/>
                  <a:gd name="connsiteX3" fmla="*/ 1163955 w 2327909"/>
                  <a:gd name="connsiteY3" fmla="*/ 0 h 2327909"/>
                  <a:gd name="connsiteX4" fmla="*/ 2327909 w 2327909"/>
                  <a:gd name="connsiteY4" fmla="*/ 1163955 h 232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7909" h="2327909">
                    <a:moveTo>
                      <a:pt x="2327909" y="1163955"/>
                    </a:moveTo>
                    <a:cubicBezTo>
                      <a:pt x="2327909" y="1806789"/>
                      <a:pt x="1806789" y="2327909"/>
                      <a:pt x="1163955" y="2327909"/>
                    </a:cubicBezTo>
                    <a:cubicBezTo>
                      <a:pt x="521120" y="2327909"/>
                      <a:pt x="0" y="1806789"/>
                      <a:pt x="0" y="1163955"/>
                    </a:cubicBezTo>
                    <a:cubicBezTo>
                      <a:pt x="0" y="521120"/>
                      <a:pt x="521120" y="0"/>
                      <a:pt x="1163955" y="0"/>
                    </a:cubicBezTo>
                    <a:cubicBezTo>
                      <a:pt x="1806789" y="0"/>
                      <a:pt x="2327909" y="521120"/>
                      <a:pt x="2327909" y="1163955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465817E-D774-5644-6D8B-C55947EC05E7}"/>
                  </a:ext>
                </a:extLst>
              </p:cNvPr>
              <p:cNvSpPr/>
              <p:nvPr/>
            </p:nvSpPr>
            <p:spPr>
              <a:xfrm>
                <a:off x="4886325" y="2906765"/>
                <a:ext cx="196479" cy="1051824"/>
              </a:xfrm>
              <a:custGeom>
                <a:avLst/>
                <a:gdLst>
                  <a:gd name="connsiteX0" fmla="*/ 150495 w 196479"/>
                  <a:gd name="connsiteY0" fmla="*/ 1051825 h 1051824"/>
                  <a:gd name="connsiteX1" fmla="*/ 108585 w 196479"/>
                  <a:gd name="connsiteY1" fmla="*/ 1025155 h 1051824"/>
                  <a:gd name="connsiteX2" fmla="*/ 0 w 196479"/>
                  <a:gd name="connsiteY2" fmla="*/ 523187 h 1051824"/>
                  <a:gd name="connsiteX3" fmla="*/ 105728 w 196479"/>
                  <a:gd name="connsiteY3" fmla="*/ 26934 h 1051824"/>
                  <a:gd name="connsiteX4" fmla="*/ 166688 w 196479"/>
                  <a:gd name="connsiteY4" fmla="*/ 4074 h 1051824"/>
                  <a:gd name="connsiteX5" fmla="*/ 189548 w 196479"/>
                  <a:gd name="connsiteY5" fmla="*/ 65034 h 1051824"/>
                  <a:gd name="connsiteX6" fmla="*/ 91440 w 196479"/>
                  <a:gd name="connsiteY6" fmla="*/ 523187 h 1051824"/>
                  <a:gd name="connsiteX7" fmla="*/ 192405 w 196479"/>
                  <a:gd name="connsiteY7" fmla="*/ 987055 h 1051824"/>
                  <a:gd name="connsiteX8" fmla="*/ 169545 w 196479"/>
                  <a:gd name="connsiteY8" fmla="*/ 1048014 h 1051824"/>
                  <a:gd name="connsiteX9" fmla="*/ 150495 w 196479"/>
                  <a:gd name="connsiteY9" fmla="*/ 1051825 h 105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6479" h="1051824">
                    <a:moveTo>
                      <a:pt x="150495" y="1051825"/>
                    </a:moveTo>
                    <a:cubicBezTo>
                      <a:pt x="133350" y="1051825"/>
                      <a:pt x="116205" y="1041347"/>
                      <a:pt x="108585" y="1025155"/>
                    </a:cubicBezTo>
                    <a:cubicBezTo>
                      <a:pt x="36195" y="867039"/>
                      <a:pt x="0" y="698447"/>
                      <a:pt x="0" y="523187"/>
                    </a:cubicBezTo>
                    <a:cubicBezTo>
                      <a:pt x="0" y="347927"/>
                      <a:pt x="35243" y="183145"/>
                      <a:pt x="105728" y="26934"/>
                    </a:cubicBezTo>
                    <a:cubicBezTo>
                      <a:pt x="116205" y="4074"/>
                      <a:pt x="143827" y="-6403"/>
                      <a:pt x="166688" y="4074"/>
                    </a:cubicBezTo>
                    <a:cubicBezTo>
                      <a:pt x="189548" y="14552"/>
                      <a:pt x="200025" y="42174"/>
                      <a:pt x="189548" y="65034"/>
                    </a:cubicBezTo>
                    <a:cubicBezTo>
                      <a:pt x="124778" y="209814"/>
                      <a:pt x="91440" y="363167"/>
                      <a:pt x="91440" y="523187"/>
                    </a:cubicBezTo>
                    <a:cubicBezTo>
                      <a:pt x="91440" y="683207"/>
                      <a:pt x="125730" y="841322"/>
                      <a:pt x="192405" y="987055"/>
                    </a:cubicBezTo>
                    <a:cubicBezTo>
                      <a:pt x="202883" y="1009914"/>
                      <a:pt x="192405" y="1037537"/>
                      <a:pt x="169545" y="1048014"/>
                    </a:cubicBezTo>
                    <a:cubicBezTo>
                      <a:pt x="162877" y="1050872"/>
                      <a:pt x="157163" y="1051825"/>
                      <a:pt x="150495" y="10518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1E6100A7-80D1-CC7B-8D32-525F5627C306}"/>
                  </a:ext>
                </a:extLst>
              </p:cNvPr>
              <p:cNvSpPr/>
              <p:nvPr/>
            </p:nvSpPr>
            <p:spPr>
              <a:xfrm>
                <a:off x="7109195" y="2906765"/>
                <a:ext cx="196479" cy="1051824"/>
              </a:xfrm>
              <a:custGeom>
                <a:avLst/>
                <a:gdLst>
                  <a:gd name="connsiteX0" fmla="*/ 45984 w 196479"/>
                  <a:gd name="connsiteY0" fmla="*/ 1051825 h 1051824"/>
                  <a:gd name="connsiteX1" fmla="*/ 26934 w 196479"/>
                  <a:gd name="connsiteY1" fmla="*/ 1048014 h 1051824"/>
                  <a:gd name="connsiteX2" fmla="*/ 4075 w 196479"/>
                  <a:gd name="connsiteY2" fmla="*/ 987055 h 1051824"/>
                  <a:gd name="connsiteX3" fmla="*/ 105039 w 196479"/>
                  <a:gd name="connsiteY3" fmla="*/ 523187 h 1051824"/>
                  <a:gd name="connsiteX4" fmla="*/ 6932 w 196479"/>
                  <a:gd name="connsiteY4" fmla="*/ 65034 h 1051824"/>
                  <a:gd name="connsiteX5" fmla="*/ 29792 w 196479"/>
                  <a:gd name="connsiteY5" fmla="*/ 4074 h 1051824"/>
                  <a:gd name="connsiteX6" fmla="*/ 90752 w 196479"/>
                  <a:gd name="connsiteY6" fmla="*/ 26934 h 1051824"/>
                  <a:gd name="connsiteX7" fmla="*/ 196479 w 196479"/>
                  <a:gd name="connsiteY7" fmla="*/ 523187 h 1051824"/>
                  <a:gd name="connsiteX8" fmla="*/ 87895 w 196479"/>
                  <a:gd name="connsiteY8" fmla="*/ 1025155 h 1051824"/>
                  <a:gd name="connsiteX9" fmla="*/ 45984 w 196479"/>
                  <a:gd name="connsiteY9" fmla="*/ 1051825 h 1051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6479" h="1051824">
                    <a:moveTo>
                      <a:pt x="45984" y="1051825"/>
                    </a:moveTo>
                    <a:cubicBezTo>
                      <a:pt x="39317" y="1051825"/>
                      <a:pt x="32650" y="1050872"/>
                      <a:pt x="26934" y="1048014"/>
                    </a:cubicBezTo>
                    <a:cubicBezTo>
                      <a:pt x="4075" y="1037537"/>
                      <a:pt x="-6403" y="1009914"/>
                      <a:pt x="4075" y="987055"/>
                    </a:cubicBezTo>
                    <a:cubicBezTo>
                      <a:pt x="70749" y="841322"/>
                      <a:pt x="105039" y="685112"/>
                      <a:pt x="105039" y="523187"/>
                    </a:cubicBezTo>
                    <a:cubicBezTo>
                      <a:pt x="105039" y="361262"/>
                      <a:pt x="71702" y="209814"/>
                      <a:pt x="6932" y="65034"/>
                    </a:cubicBezTo>
                    <a:cubicBezTo>
                      <a:pt x="-3546" y="42174"/>
                      <a:pt x="6932" y="14552"/>
                      <a:pt x="29792" y="4074"/>
                    </a:cubicBezTo>
                    <a:cubicBezTo>
                      <a:pt x="52652" y="-6403"/>
                      <a:pt x="80274" y="4074"/>
                      <a:pt x="90752" y="26934"/>
                    </a:cubicBezTo>
                    <a:cubicBezTo>
                      <a:pt x="161237" y="183145"/>
                      <a:pt x="196479" y="349832"/>
                      <a:pt x="196479" y="523187"/>
                    </a:cubicBezTo>
                    <a:cubicBezTo>
                      <a:pt x="196479" y="696542"/>
                      <a:pt x="160285" y="867039"/>
                      <a:pt x="87895" y="1025155"/>
                    </a:cubicBezTo>
                    <a:cubicBezTo>
                      <a:pt x="80274" y="1042300"/>
                      <a:pt x="63129" y="1051825"/>
                      <a:pt x="45984" y="10518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20" name="object 17">
            <a:extLst>
              <a:ext uri="{FF2B5EF4-FFF2-40B4-BE49-F238E27FC236}">
                <a16:creationId xmlns:a16="http://schemas.microsoft.com/office/drawing/2014/main" id="{5839D2E1-9158-9329-04A4-9EBF4D50A2E4}"/>
              </a:ext>
            </a:extLst>
          </p:cNvPr>
          <p:cNvSpPr txBox="1"/>
          <p:nvPr userDrawn="1"/>
        </p:nvSpPr>
        <p:spPr>
          <a:xfrm>
            <a:off x="5066311" y="2612438"/>
            <a:ext cx="2038699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spcBef>
                <a:spcPts val="105"/>
              </a:spcBef>
            </a:pPr>
            <a:r>
              <a:rPr sz="2000" b="1" kern="0" spc="-25" dirty="0">
                <a:solidFill>
                  <a:schemeClr val="bg1"/>
                </a:solidFill>
                <a:latin typeface="Century Gothic"/>
                <a:cs typeface="Century Gothic"/>
              </a:rPr>
              <a:t>We </a:t>
            </a:r>
            <a:r>
              <a:rPr lang="en-US" sz="2000" b="1" kern="0" spc="-10" dirty="0">
                <a:solidFill>
                  <a:schemeClr val="bg1"/>
                </a:solidFill>
                <a:latin typeface="Century Gothic"/>
                <a:cs typeface="Century Gothic"/>
              </a:rPr>
              <a:t>i</a:t>
            </a:r>
            <a:r>
              <a:rPr sz="2000" b="1" kern="0" spc="-10" dirty="0">
                <a:solidFill>
                  <a:schemeClr val="bg1"/>
                </a:solidFill>
                <a:latin typeface="Century Gothic"/>
                <a:cs typeface="Century Gothic"/>
              </a:rPr>
              <a:t>mprove </a:t>
            </a:r>
            <a:r>
              <a:rPr lang="en-US" sz="2000" b="1" kern="0" spc="-10" dirty="0">
                <a:solidFill>
                  <a:schemeClr val="bg1"/>
                </a:solidFill>
                <a:latin typeface="Century Gothic"/>
                <a:cs typeface="Century Gothic"/>
              </a:rPr>
              <a:t>l</a:t>
            </a:r>
            <a:r>
              <a:rPr sz="2000" b="1" kern="0" dirty="0">
                <a:solidFill>
                  <a:schemeClr val="bg1"/>
                </a:solidFill>
                <a:latin typeface="Century Gothic"/>
                <a:cs typeface="Century Gothic"/>
              </a:rPr>
              <a:t>ives</a:t>
            </a:r>
            <a:r>
              <a:rPr sz="2000" b="1" kern="0" spc="-35" dirty="0">
                <a:solidFill>
                  <a:schemeClr val="bg1"/>
                </a:solidFill>
                <a:latin typeface="Century Gothic"/>
                <a:cs typeface="Century Gothic"/>
              </a:rPr>
              <a:t> </a:t>
            </a:r>
            <a:r>
              <a:rPr sz="2000" b="1" kern="0" spc="-25" dirty="0">
                <a:solidFill>
                  <a:schemeClr val="bg1"/>
                </a:solidFill>
                <a:latin typeface="Century Gothic"/>
                <a:cs typeface="Century Gothic"/>
              </a:rPr>
              <a:t>and </a:t>
            </a:r>
            <a:r>
              <a:rPr lang="en-US" sz="2000" b="1" kern="0" spc="-10" dirty="0">
                <a:solidFill>
                  <a:schemeClr val="bg1"/>
                </a:solidFill>
                <a:latin typeface="Century Gothic"/>
                <a:cs typeface="Century Gothic"/>
              </a:rPr>
              <a:t>p</a:t>
            </a:r>
            <a:r>
              <a:rPr sz="2000" b="1" kern="0" spc="-10" dirty="0">
                <a:solidFill>
                  <a:schemeClr val="bg1"/>
                </a:solidFill>
                <a:latin typeface="Century Gothic"/>
                <a:cs typeface="Century Gothic"/>
              </a:rPr>
              <a:t>rovide </a:t>
            </a:r>
            <a:r>
              <a:rPr lang="en-US" sz="2000" b="1" kern="0" spc="-20" dirty="0">
                <a:solidFill>
                  <a:schemeClr val="bg1"/>
                </a:solidFill>
                <a:latin typeface="Century Gothic"/>
                <a:cs typeface="Century Gothic"/>
              </a:rPr>
              <a:t>h</a:t>
            </a:r>
            <a:r>
              <a:rPr sz="2000" b="1" kern="0" spc="-20" dirty="0">
                <a:solidFill>
                  <a:schemeClr val="bg1"/>
                </a:solidFill>
                <a:latin typeface="Century Gothic"/>
                <a:cs typeface="Century Gothic"/>
              </a:rPr>
              <a:t>ope</a:t>
            </a:r>
            <a:endParaRPr sz="2000" kern="0" dirty="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0851D107-022D-7390-8E43-A5C69CD3C75E}"/>
              </a:ext>
            </a:extLst>
          </p:cNvPr>
          <p:cNvSpPr txBox="1"/>
          <p:nvPr userDrawn="1"/>
        </p:nvSpPr>
        <p:spPr>
          <a:xfrm>
            <a:off x="1583694" y="2612438"/>
            <a:ext cx="1806139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spcBef>
                <a:spcPts val="105"/>
              </a:spcBef>
            </a:pPr>
            <a:r>
              <a:rPr lang="en-US" sz="2000" b="1" kern="0" spc="-25" dirty="0">
                <a:solidFill>
                  <a:schemeClr val="accent6"/>
                </a:solidFill>
                <a:latin typeface="Century Gothic"/>
                <a:cs typeface="Century Gothic"/>
              </a:rPr>
              <a:t>Our patients, families and communities</a:t>
            </a:r>
          </a:p>
        </p:txBody>
      </p:sp>
      <p:sp>
        <p:nvSpPr>
          <p:cNvPr id="22" name="object 17">
            <a:extLst>
              <a:ext uri="{FF2B5EF4-FFF2-40B4-BE49-F238E27FC236}">
                <a16:creationId xmlns:a16="http://schemas.microsoft.com/office/drawing/2014/main" id="{BB74DEE1-92D9-D5E1-2522-9BF453962F78}"/>
              </a:ext>
            </a:extLst>
          </p:cNvPr>
          <p:cNvSpPr txBox="1"/>
          <p:nvPr userDrawn="1"/>
        </p:nvSpPr>
        <p:spPr>
          <a:xfrm>
            <a:off x="8779961" y="2920214"/>
            <a:ext cx="180613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spcBef>
                <a:spcPts val="105"/>
              </a:spcBef>
            </a:pPr>
            <a:r>
              <a:rPr lang="en-US" sz="2000" b="1" kern="0" spc="-25" dirty="0">
                <a:latin typeface="Century Gothic"/>
                <a:cs typeface="Century Gothic"/>
              </a:rPr>
              <a:t>Our people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194C4EB-E206-B8D9-8BE1-7475E20E9FAE}"/>
              </a:ext>
            </a:extLst>
          </p:cNvPr>
          <p:cNvGrpSpPr/>
          <p:nvPr userDrawn="1"/>
        </p:nvGrpSpPr>
        <p:grpSpPr>
          <a:xfrm>
            <a:off x="2229035" y="4804559"/>
            <a:ext cx="7733930" cy="1229940"/>
            <a:chOff x="2217593" y="4686781"/>
            <a:chExt cx="7733930" cy="1229940"/>
          </a:xfrm>
        </p:grpSpPr>
        <p:pic>
          <p:nvPicPr>
            <p:cNvPr id="24" name="Picture 23" descr="A green circle with arrows pointing to the center&#10;&#10;AI-generated content may be incorrect.">
              <a:extLst>
                <a:ext uri="{FF2B5EF4-FFF2-40B4-BE49-F238E27FC236}">
                  <a16:creationId xmlns:a16="http://schemas.microsoft.com/office/drawing/2014/main" id="{214B28C6-B251-795E-687A-A2148A901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4748" y="4686781"/>
              <a:ext cx="914400" cy="91440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C38F3BB-8F99-BD6C-CC24-04156B71EE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/>
            <a:stretch/>
          </p:blipFill>
          <p:spPr>
            <a:xfrm>
              <a:off x="4642195" y="4686781"/>
              <a:ext cx="914400" cy="91440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7634352-4572-E0AD-BA4E-04FCDE60D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6789642" y="4686781"/>
              <a:ext cx="914400" cy="91440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169BF02F-83FD-F176-E18F-EFC2CB59B0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8937090" y="4686781"/>
              <a:ext cx="914400" cy="914400"/>
            </a:xfrm>
            <a:prstGeom prst="rect">
              <a:avLst/>
            </a:prstGeom>
          </p:spPr>
        </p:pic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0AB706B2-94F9-4765-CF20-A14800EC0BCE}"/>
                </a:ext>
              </a:extLst>
            </p:cNvPr>
            <p:cNvSpPr txBox="1">
              <a:spLocks/>
            </p:cNvSpPr>
            <p:nvPr/>
          </p:nvSpPr>
          <p:spPr>
            <a:xfrm>
              <a:off x="2217593" y="5630529"/>
              <a:ext cx="1468710" cy="286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None/>
                <a:defRPr sz="3200" b="1" kern="1200">
                  <a:solidFill>
                    <a:schemeClr val="tx1"/>
                  </a:solidFill>
                  <a:latin typeface="Georgia" panose="02040502050405020303" pitchFamily="18" charset="0"/>
                  <a:ea typeface="+mj-ea"/>
                  <a:cs typeface="+mj-cs"/>
                </a:defRPr>
              </a:lvl1pPr>
              <a:lvl2pPr lvl="1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2pPr>
              <a:lvl3pPr lvl="2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3pPr>
              <a:lvl4pPr lvl="3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4pPr>
              <a:lvl5pPr lvl="4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5pPr>
              <a:lvl6pPr lvl="5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6pPr>
              <a:lvl7pPr lvl="6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7pPr>
              <a:lvl8pPr lvl="7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8pPr>
              <a:lvl9pPr lvl="8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9pPr>
            </a:lstStyle>
            <a:p>
              <a:pPr algn="ctr"/>
              <a:r>
                <a:rPr lang="en-US" sz="1400" b="0" dirty="0">
                  <a:latin typeface="Century Gothic" panose="020B0502020202020204" pitchFamily="34" charset="0"/>
                </a:rPr>
                <a:t>One Emory</a:t>
              </a:r>
            </a:p>
          </p:txBody>
        </p:sp>
        <p:sp>
          <p:nvSpPr>
            <p:cNvPr id="29" name="Title 1">
              <a:extLst>
                <a:ext uri="{FF2B5EF4-FFF2-40B4-BE49-F238E27FC236}">
                  <a16:creationId xmlns:a16="http://schemas.microsoft.com/office/drawing/2014/main" id="{3209ACD3-320D-762E-3E17-5333CFB7E178}"/>
                </a:ext>
              </a:extLst>
            </p:cNvPr>
            <p:cNvSpPr txBox="1">
              <a:spLocks/>
            </p:cNvSpPr>
            <p:nvPr/>
          </p:nvSpPr>
          <p:spPr>
            <a:xfrm>
              <a:off x="3953642" y="5630529"/>
              <a:ext cx="2291506" cy="286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None/>
                <a:defRPr sz="3200" b="1" kern="1200">
                  <a:solidFill>
                    <a:schemeClr val="tx1"/>
                  </a:solidFill>
                  <a:latin typeface="Georgia" panose="02040502050405020303" pitchFamily="18" charset="0"/>
                  <a:ea typeface="+mj-ea"/>
                  <a:cs typeface="+mj-cs"/>
                </a:defRPr>
              </a:lvl1pPr>
              <a:lvl2pPr lvl="1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2pPr>
              <a:lvl3pPr lvl="2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3pPr>
              <a:lvl4pPr lvl="3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4pPr>
              <a:lvl5pPr lvl="4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5pPr>
              <a:lvl6pPr lvl="5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6pPr>
              <a:lvl7pPr lvl="6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7pPr>
              <a:lvl8pPr lvl="7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8pPr>
              <a:lvl9pPr lvl="8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9pPr>
            </a:lstStyle>
            <a:p>
              <a:pPr algn="ctr"/>
              <a:r>
                <a:rPr lang="en-US" sz="1400" b="0" dirty="0">
                  <a:latin typeface="Century Gothic" panose="020B0502020202020204" pitchFamily="34" charset="0"/>
                </a:rPr>
                <a:t>People Centered</a:t>
              </a:r>
            </a:p>
          </p:txBody>
        </p:sp>
        <p:sp>
          <p:nvSpPr>
            <p:cNvPr id="30" name="Title 1">
              <a:extLst>
                <a:ext uri="{FF2B5EF4-FFF2-40B4-BE49-F238E27FC236}">
                  <a16:creationId xmlns:a16="http://schemas.microsoft.com/office/drawing/2014/main" id="{14AD39AC-1E2D-7899-5AEE-4171E507BFC2}"/>
                </a:ext>
              </a:extLst>
            </p:cNvPr>
            <p:cNvSpPr txBox="1">
              <a:spLocks/>
            </p:cNvSpPr>
            <p:nvPr/>
          </p:nvSpPr>
          <p:spPr>
            <a:xfrm>
              <a:off x="6342891" y="5630529"/>
              <a:ext cx="1828801" cy="286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None/>
                <a:defRPr sz="3200" b="1" kern="1200">
                  <a:solidFill>
                    <a:schemeClr val="tx1"/>
                  </a:solidFill>
                  <a:latin typeface="Georgia" panose="02040502050405020303" pitchFamily="18" charset="0"/>
                  <a:ea typeface="+mj-ea"/>
                  <a:cs typeface="+mj-cs"/>
                </a:defRPr>
              </a:lvl1pPr>
              <a:lvl2pPr lvl="1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2pPr>
              <a:lvl3pPr lvl="2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3pPr>
              <a:lvl4pPr lvl="3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4pPr>
              <a:lvl5pPr lvl="4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5pPr>
              <a:lvl6pPr lvl="5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6pPr>
              <a:lvl7pPr lvl="6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7pPr>
              <a:lvl8pPr lvl="7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8pPr>
              <a:lvl9pPr lvl="8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9pPr>
            </a:lstStyle>
            <a:p>
              <a:pPr algn="ctr"/>
              <a:r>
                <a:rPr lang="en-US" sz="1400" b="0" dirty="0">
                  <a:latin typeface="Century Gothic" panose="020B0502020202020204" pitchFamily="34" charset="0"/>
                </a:rPr>
                <a:t>Lead Change</a:t>
              </a:r>
            </a:p>
          </p:txBody>
        </p:sp>
        <p:sp>
          <p:nvSpPr>
            <p:cNvPr id="31" name="Title 1">
              <a:extLst>
                <a:ext uri="{FF2B5EF4-FFF2-40B4-BE49-F238E27FC236}">
                  <a16:creationId xmlns:a16="http://schemas.microsoft.com/office/drawing/2014/main" id="{1F00BE45-AC09-4570-DDF6-66BC4470C704}"/>
                </a:ext>
              </a:extLst>
            </p:cNvPr>
            <p:cNvSpPr txBox="1">
              <a:spLocks/>
            </p:cNvSpPr>
            <p:nvPr/>
          </p:nvSpPr>
          <p:spPr>
            <a:xfrm>
              <a:off x="8837059" y="5630529"/>
              <a:ext cx="1114464" cy="2861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spAutoFit/>
            </a:bodyPr>
            <a:lstStyle>
              <a:lvl1pPr lvl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None/>
                <a:defRPr sz="3200" b="1" kern="1200">
                  <a:solidFill>
                    <a:schemeClr val="tx1"/>
                  </a:solidFill>
                  <a:latin typeface="Georgia" panose="02040502050405020303" pitchFamily="18" charset="0"/>
                  <a:ea typeface="+mj-ea"/>
                  <a:cs typeface="+mj-cs"/>
                </a:defRPr>
              </a:lvl1pPr>
              <a:lvl2pPr lvl="1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2pPr>
              <a:lvl3pPr lvl="2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3pPr>
              <a:lvl4pPr lvl="3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4pPr>
              <a:lvl5pPr lvl="4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5pPr>
              <a:lvl6pPr lvl="5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6pPr>
              <a:lvl7pPr lvl="6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7pPr>
              <a:lvl8pPr lvl="7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8pPr>
              <a:lvl9pPr lvl="8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  <a:defRPr/>
              </a:lvl9pPr>
            </a:lstStyle>
            <a:p>
              <a:pPr algn="ctr"/>
              <a:r>
                <a:rPr lang="en-US" sz="1400" b="0" dirty="0">
                  <a:latin typeface="Century Gothic" panose="020B0502020202020204" pitchFamily="34" charset="0"/>
                </a:rPr>
                <a:t>Own It</a:t>
              </a:r>
            </a:p>
          </p:txBody>
        </p:sp>
      </p:grpSp>
      <p:sp>
        <p:nvSpPr>
          <p:cNvPr id="62" name="Google Shape;62;p44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0609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 preserve="1" userDrawn="1">
  <p:cSld name="2_Title and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/>
          <p:nvPr/>
        </p:nvSpPr>
        <p:spPr>
          <a:xfrm>
            <a:off x="0" y="1719010"/>
            <a:ext cx="12192000" cy="5138990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45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68" name="Google Shape;68;p45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5"/>
          <p:cNvSpPr txBox="1"/>
          <p:nvPr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743128F-0D43-D95C-C102-C0BB6D404D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EEF00-627A-6CB0-D635-6EEC2D2F38B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53489"/>
            <a:ext cx="10515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2588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 preserve="1" userDrawn="1">
  <p:cSld name="3_Title and Conte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/>
          <p:nvPr/>
        </p:nvSpPr>
        <p:spPr>
          <a:xfrm>
            <a:off x="0" y="1719009"/>
            <a:ext cx="12192000" cy="5138991"/>
          </a:xfrm>
          <a:prstGeom prst="round1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45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68" name="Google Shape;68;p45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5"/>
          <p:cNvSpPr txBox="1"/>
          <p:nvPr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30A9BBA-2C07-571A-223B-01B6C747143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91F9A18-4E2B-9F6C-19D2-CD7C404CBF1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53489"/>
            <a:ext cx="10515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030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preserve="1" userDrawn="1">
  <p:cSld name="Two Conte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61;p44">
            <a:extLst>
              <a:ext uri="{FF2B5EF4-FFF2-40B4-BE49-F238E27FC236}">
                <a16:creationId xmlns:a16="http://schemas.microsoft.com/office/drawing/2014/main" id="{206C9EE3-38D4-B4C8-E683-2E5CC48DC84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7CA1159-9032-5DAC-A75C-F0DB7DD38F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72202" y="1953489"/>
            <a:ext cx="5181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Google Shape;72;p46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0722614-505A-6B12-70F0-3140176521D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53489"/>
            <a:ext cx="5181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469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1_Two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5;p45">
            <a:extLst>
              <a:ext uri="{FF2B5EF4-FFF2-40B4-BE49-F238E27FC236}">
                <a16:creationId xmlns:a16="http://schemas.microsoft.com/office/drawing/2014/main" id="{8AE632F9-5CE9-0DAE-BB11-319C74612665}"/>
              </a:ext>
            </a:extLst>
          </p:cNvPr>
          <p:cNvSpPr/>
          <p:nvPr userDrawn="1"/>
        </p:nvSpPr>
        <p:spPr>
          <a:xfrm>
            <a:off x="0" y="1719010"/>
            <a:ext cx="12192000" cy="5138990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47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80" name="Google Shape;80;p47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7"/>
          <p:cNvSpPr txBox="1"/>
          <p:nvPr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651A762-E441-A716-B488-4D4E509FD3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A15A210-683F-A31F-3DA7-4266FEE1630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72202" y="1953489"/>
            <a:ext cx="5181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60696F6-5851-BF97-4882-77CDD66E7E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53489"/>
            <a:ext cx="5181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3140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 preserve="1" userDrawn="1">
  <p:cSld name="2_Two Conte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5;p45">
            <a:extLst>
              <a:ext uri="{FF2B5EF4-FFF2-40B4-BE49-F238E27FC236}">
                <a16:creationId xmlns:a16="http://schemas.microsoft.com/office/drawing/2014/main" id="{F5B8E608-B94A-7325-15DB-85219D4EB2E8}"/>
              </a:ext>
            </a:extLst>
          </p:cNvPr>
          <p:cNvSpPr/>
          <p:nvPr userDrawn="1"/>
        </p:nvSpPr>
        <p:spPr>
          <a:xfrm>
            <a:off x="0" y="1719009"/>
            <a:ext cx="12192000" cy="5138991"/>
          </a:xfrm>
          <a:prstGeom prst="round1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47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80" name="Google Shape;80;p47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7"/>
          <p:cNvSpPr txBox="1"/>
          <p:nvPr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BBDCC61-E1D3-2CF5-3FBD-94E908EB78E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76C10ED-E9FE-7C74-806D-8C81A5DA5B4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172202" y="1953489"/>
            <a:ext cx="5181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DD35AE2-82E4-D1EB-435C-7D42101A19C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953489"/>
            <a:ext cx="5181600" cy="3982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070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101" name="Google Shape;101;p50"/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82286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5;p45">
            <a:extLst>
              <a:ext uri="{FF2B5EF4-FFF2-40B4-BE49-F238E27FC236}">
                <a16:creationId xmlns:a16="http://schemas.microsoft.com/office/drawing/2014/main" id="{C21C1570-A1AF-385D-90C7-E516D4F13C38}"/>
              </a:ext>
            </a:extLst>
          </p:cNvPr>
          <p:cNvSpPr/>
          <p:nvPr userDrawn="1"/>
        </p:nvSpPr>
        <p:spPr>
          <a:xfrm>
            <a:off x="0" y="1719009"/>
            <a:ext cx="12192000" cy="5138991"/>
          </a:xfrm>
          <a:prstGeom prst="round1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" name="Google Shape;100;p50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" name="Google Shape;96;p49" descr="A blue and black background&#10;&#10;Description automatically generated">
            <a:extLst>
              <a:ext uri="{FF2B5EF4-FFF2-40B4-BE49-F238E27FC236}">
                <a16:creationId xmlns:a16="http://schemas.microsoft.com/office/drawing/2014/main" id="{A04C99E8-8C0B-A22D-58CA-937D4331AF7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8;p49">
            <a:extLst>
              <a:ext uri="{FF2B5EF4-FFF2-40B4-BE49-F238E27FC236}">
                <a16:creationId xmlns:a16="http://schemas.microsoft.com/office/drawing/2014/main" id="{4E400A15-E6A1-4EA0-35CF-D3A258A3B733}"/>
              </a:ext>
            </a:extLst>
          </p:cNvPr>
          <p:cNvSpPr txBox="1"/>
          <p:nvPr userDrawn="1"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9FA0C0A-7850-7328-A986-F31DA19ECC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50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5;p45">
            <a:extLst>
              <a:ext uri="{FF2B5EF4-FFF2-40B4-BE49-F238E27FC236}">
                <a16:creationId xmlns:a16="http://schemas.microsoft.com/office/drawing/2014/main" id="{C21C1570-A1AF-385D-90C7-E516D4F13C38}"/>
              </a:ext>
            </a:extLst>
          </p:cNvPr>
          <p:cNvSpPr/>
          <p:nvPr userDrawn="1"/>
        </p:nvSpPr>
        <p:spPr>
          <a:xfrm>
            <a:off x="0" y="1719010"/>
            <a:ext cx="12192000" cy="5138990"/>
          </a:xfrm>
          <a:prstGeom prst="round1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" name="Google Shape;100;p50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" name="Google Shape;96;p49" descr="A blue and black background&#10;&#10;Description automatically generated">
            <a:extLst>
              <a:ext uri="{FF2B5EF4-FFF2-40B4-BE49-F238E27FC236}">
                <a16:creationId xmlns:a16="http://schemas.microsoft.com/office/drawing/2014/main" id="{A04C99E8-8C0B-A22D-58CA-937D4331AF7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8;p49">
            <a:extLst>
              <a:ext uri="{FF2B5EF4-FFF2-40B4-BE49-F238E27FC236}">
                <a16:creationId xmlns:a16="http://schemas.microsoft.com/office/drawing/2014/main" id="{4E400A15-E6A1-4EA0-35CF-D3A258A3B733}"/>
              </a:ext>
            </a:extLst>
          </p:cNvPr>
          <p:cNvSpPr txBox="1"/>
          <p:nvPr userDrawn="1"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9673487-1229-93DA-C32B-5FA057F1B7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82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5439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6;p49" descr="A blue and black background&#10;&#10;Description automatically generated">
            <a:extLst>
              <a:ext uri="{FF2B5EF4-FFF2-40B4-BE49-F238E27FC236}">
                <a16:creationId xmlns:a16="http://schemas.microsoft.com/office/drawing/2014/main" id="{A04F08CA-1C01-B666-CD88-CD32DBE614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8;p49">
            <a:extLst>
              <a:ext uri="{FF2B5EF4-FFF2-40B4-BE49-F238E27FC236}">
                <a16:creationId xmlns:a16="http://schemas.microsoft.com/office/drawing/2014/main" id="{A924414B-5B50-A294-E2DA-1A6A70FE0965}"/>
              </a:ext>
            </a:extLst>
          </p:cNvPr>
          <p:cNvSpPr txBox="1"/>
          <p:nvPr userDrawn="1"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DEB4CEE-043F-D6D6-A50F-EC9EBA442C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44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96;p49" descr="A blue and black background&#10;&#10;Description automatically generated">
            <a:extLst>
              <a:ext uri="{FF2B5EF4-FFF2-40B4-BE49-F238E27FC236}">
                <a16:creationId xmlns:a16="http://schemas.microsoft.com/office/drawing/2014/main" id="{A04F08CA-1C01-B666-CD88-CD32DBE6143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8;p49">
            <a:extLst>
              <a:ext uri="{FF2B5EF4-FFF2-40B4-BE49-F238E27FC236}">
                <a16:creationId xmlns:a16="http://schemas.microsoft.com/office/drawing/2014/main" id="{A924414B-5B50-A294-E2DA-1A6A70FE0965}"/>
              </a:ext>
            </a:extLst>
          </p:cNvPr>
          <p:cNvSpPr txBox="1"/>
          <p:nvPr userDrawn="1"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8B71039-B0E0-FA30-35B2-B125253B75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53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Layout" preserve="1">
  <p:cSld name="Two Content Layou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C4D6DA7F-905D-CBF7-3C87-A6FAB27B91A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2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05" name="Google Shape;105;p52"/>
          <p:cNvSpPr/>
          <p:nvPr/>
        </p:nvSpPr>
        <p:spPr>
          <a:xfrm>
            <a:off x="6154558" y="2593733"/>
            <a:ext cx="5471662" cy="329203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52"/>
          <p:cNvSpPr/>
          <p:nvPr/>
        </p:nvSpPr>
        <p:spPr>
          <a:xfrm>
            <a:off x="581502" y="2593733"/>
            <a:ext cx="5471662" cy="329203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52"/>
          <p:cNvSpPr txBox="1">
            <a:spLocks noGrp="1"/>
          </p:cNvSpPr>
          <p:nvPr>
            <p:ph type="body" idx="1"/>
          </p:nvPr>
        </p:nvSpPr>
        <p:spPr>
          <a:xfrm>
            <a:off x="860445" y="2953386"/>
            <a:ext cx="4913777" cy="254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8" name="Google Shape;108;p52"/>
          <p:cNvSpPr txBox="1">
            <a:spLocks noGrp="1"/>
          </p:cNvSpPr>
          <p:nvPr>
            <p:ph type="body" idx="2"/>
          </p:nvPr>
        </p:nvSpPr>
        <p:spPr>
          <a:xfrm>
            <a:off x="6436591" y="2953386"/>
            <a:ext cx="4907596" cy="254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Google Shape;109;p52"/>
          <p:cNvSpPr>
            <a:spLocks noGrp="1"/>
          </p:cNvSpPr>
          <p:nvPr>
            <p:ph type="pic" idx="3"/>
          </p:nvPr>
        </p:nvSpPr>
        <p:spPr>
          <a:xfrm>
            <a:off x="3029996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0" name="Google Shape;110;p52"/>
          <p:cNvSpPr>
            <a:spLocks noGrp="1"/>
          </p:cNvSpPr>
          <p:nvPr>
            <p:ph type="pic" idx="4"/>
          </p:nvPr>
        </p:nvSpPr>
        <p:spPr>
          <a:xfrm>
            <a:off x="8603052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33251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Layout" preserve="1" userDrawn="1">
  <p:cSld name="1_Two Content Layou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C4D6DA7F-905D-CBF7-3C87-A6FAB27B91A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52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05" name="Google Shape;105;p52"/>
          <p:cNvSpPr/>
          <p:nvPr/>
        </p:nvSpPr>
        <p:spPr>
          <a:xfrm>
            <a:off x="6154558" y="2593733"/>
            <a:ext cx="5471662" cy="329203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p52"/>
          <p:cNvSpPr/>
          <p:nvPr/>
        </p:nvSpPr>
        <p:spPr>
          <a:xfrm>
            <a:off x="581502" y="2593733"/>
            <a:ext cx="5471662" cy="3292032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52"/>
          <p:cNvSpPr>
            <a:spLocks noGrp="1"/>
          </p:cNvSpPr>
          <p:nvPr>
            <p:ph type="pic" idx="3"/>
          </p:nvPr>
        </p:nvSpPr>
        <p:spPr>
          <a:xfrm>
            <a:off x="3029996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0" name="Google Shape;110;p52"/>
          <p:cNvSpPr>
            <a:spLocks noGrp="1"/>
          </p:cNvSpPr>
          <p:nvPr>
            <p:ph type="pic" idx="4"/>
          </p:nvPr>
        </p:nvSpPr>
        <p:spPr>
          <a:xfrm>
            <a:off x="8603052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3" name="Google Shape;107;p52">
            <a:extLst>
              <a:ext uri="{FF2B5EF4-FFF2-40B4-BE49-F238E27FC236}">
                <a16:creationId xmlns:a16="http://schemas.microsoft.com/office/drawing/2014/main" id="{E141DF6A-8947-C077-A84C-6E10AB3E9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60445" y="2953386"/>
            <a:ext cx="4913777" cy="254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Google Shape;108;p52">
            <a:extLst>
              <a:ext uri="{FF2B5EF4-FFF2-40B4-BE49-F238E27FC236}">
                <a16:creationId xmlns:a16="http://schemas.microsoft.com/office/drawing/2014/main" id="{9D329A58-6008-79BA-06AE-CEAB9FD7792A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436591" y="2953386"/>
            <a:ext cx="4907596" cy="254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36084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Layout" preserve="1">
  <p:cSld name="Three Content Layou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3776BA0A-10AE-C108-FD04-787030499CFE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3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13" name="Google Shape;113;p53"/>
          <p:cNvSpPr/>
          <p:nvPr userDrawn="1"/>
        </p:nvSpPr>
        <p:spPr>
          <a:xfrm>
            <a:off x="8000529" y="2593733"/>
            <a:ext cx="3625692" cy="3292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53"/>
          <p:cNvSpPr/>
          <p:nvPr userDrawn="1"/>
        </p:nvSpPr>
        <p:spPr>
          <a:xfrm>
            <a:off x="4291016" y="2593733"/>
            <a:ext cx="3625692" cy="3292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53"/>
          <p:cNvSpPr/>
          <p:nvPr userDrawn="1"/>
        </p:nvSpPr>
        <p:spPr>
          <a:xfrm>
            <a:off x="581503" y="2593733"/>
            <a:ext cx="3625692" cy="32920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53"/>
          <p:cNvSpPr txBox="1">
            <a:spLocks noGrp="1"/>
          </p:cNvSpPr>
          <p:nvPr>
            <p:ph type="body" idx="1"/>
          </p:nvPr>
        </p:nvSpPr>
        <p:spPr>
          <a:xfrm>
            <a:off x="859903" y="2953386"/>
            <a:ext cx="3068893" cy="250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Google Shape;117;p53"/>
          <p:cNvSpPr txBox="1">
            <a:spLocks noGrp="1"/>
          </p:cNvSpPr>
          <p:nvPr>
            <p:ph type="body" idx="2"/>
          </p:nvPr>
        </p:nvSpPr>
        <p:spPr>
          <a:xfrm>
            <a:off x="4569416" y="2953386"/>
            <a:ext cx="3068893" cy="250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8" name="Google Shape;118;p53"/>
          <p:cNvSpPr txBox="1">
            <a:spLocks noGrp="1"/>
          </p:cNvSpPr>
          <p:nvPr>
            <p:ph type="body" idx="3"/>
          </p:nvPr>
        </p:nvSpPr>
        <p:spPr>
          <a:xfrm>
            <a:off x="8278929" y="2953386"/>
            <a:ext cx="3068893" cy="250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Google Shape;119;p53"/>
          <p:cNvSpPr>
            <a:spLocks noGrp="1"/>
          </p:cNvSpPr>
          <p:nvPr>
            <p:ph type="pic" idx="4"/>
          </p:nvPr>
        </p:nvSpPr>
        <p:spPr>
          <a:xfrm>
            <a:off x="2107012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0" name="Google Shape;120;p53"/>
          <p:cNvSpPr>
            <a:spLocks noGrp="1"/>
          </p:cNvSpPr>
          <p:nvPr>
            <p:ph type="pic" idx="5"/>
          </p:nvPr>
        </p:nvSpPr>
        <p:spPr>
          <a:xfrm>
            <a:off x="5816525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1" name="Google Shape;121;p53"/>
          <p:cNvSpPr>
            <a:spLocks noGrp="1"/>
          </p:cNvSpPr>
          <p:nvPr>
            <p:ph type="pic" idx="6"/>
          </p:nvPr>
        </p:nvSpPr>
        <p:spPr>
          <a:xfrm>
            <a:off x="9526038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223590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Layout" preserve="1">
  <p:cSld name="1_Three Content Layou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3776BA0A-10AE-C108-FD04-787030499CFE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3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13" name="Google Shape;113;p53"/>
          <p:cNvSpPr/>
          <p:nvPr userDrawn="1"/>
        </p:nvSpPr>
        <p:spPr>
          <a:xfrm>
            <a:off x="8000529" y="2593733"/>
            <a:ext cx="3625692" cy="3292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53"/>
          <p:cNvSpPr/>
          <p:nvPr userDrawn="1"/>
        </p:nvSpPr>
        <p:spPr>
          <a:xfrm>
            <a:off x="4291016" y="2593733"/>
            <a:ext cx="3625692" cy="3292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5" name="Google Shape;115;p53"/>
          <p:cNvSpPr/>
          <p:nvPr userDrawn="1"/>
        </p:nvSpPr>
        <p:spPr>
          <a:xfrm>
            <a:off x="581503" y="2593733"/>
            <a:ext cx="3625692" cy="32920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6" name="Google Shape;116;p53"/>
          <p:cNvSpPr txBox="1">
            <a:spLocks noGrp="1"/>
          </p:cNvSpPr>
          <p:nvPr>
            <p:ph type="body" idx="1"/>
          </p:nvPr>
        </p:nvSpPr>
        <p:spPr>
          <a:xfrm>
            <a:off x="859903" y="2953386"/>
            <a:ext cx="3068893" cy="250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Google Shape;117;p53"/>
          <p:cNvSpPr txBox="1">
            <a:spLocks noGrp="1"/>
          </p:cNvSpPr>
          <p:nvPr>
            <p:ph type="body" idx="2"/>
          </p:nvPr>
        </p:nvSpPr>
        <p:spPr>
          <a:xfrm>
            <a:off x="4569416" y="2953386"/>
            <a:ext cx="3068893" cy="250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8" name="Google Shape;118;p53"/>
          <p:cNvSpPr txBox="1">
            <a:spLocks noGrp="1"/>
          </p:cNvSpPr>
          <p:nvPr>
            <p:ph type="body" idx="3"/>
          </p:nvPr>
        </p:nvSpPr>
        <p:spPr>
          <a:xfrm>
            <a:off x="8278929" y="2953386"/>
            <a:ext cx="3068893" cy="250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None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9" name="Google Shape;119;p53"/>
          <p:cNvSpPr>
            <a:spLocks noGrp="1"/>
          </p:cNvSpPr>
          <p:nvPr>
            <p:ph type="pic" idx="4"/>
          </p:nvPr>
        </p:nvSpPr>
        <p:spPr>
          <a:xfrm>
            <a:off x="2107012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0" name="Google Shape;120;p53"/>
          <p:cNvSpPr>
            <a:spLocks noGrp="1"/>
          </p:cNvSpPr>
          <p:nvPr>
            <p:ph type="pic" idx="5"/>
          </p:nvPr>
        </p:nvSpPr>
        <p:spPr>
          <a:xfrm>
            <a:off x="5816525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21" name="Google Shape;121;p53"/>
          <p:cNvSpPr>
            <a:spLocks noGrp="1"/>
          </p:cNvSpPr>
          <p:nvPr>
            <p:ph type="pic" idx="6"/>
          </p:nvPr>
        </p:nvSpPr>
        <p:spPr>
          <a:xfrm>
            <a:off x="9526038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319693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Layout with Icons" preserve="1">
  <p:cSld name="Two Content Layout with Icons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4"/>
          <p:cNvPicPr preferRelativeResize="0"/>
          <p:nvPr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4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24" name="Google Shape;124;p54"/>
          <p:cNvSpPr txBox="1">
            <a:spLocks noGrp="1"/>
          </p:cNvSpPr>
          <p:nvPr>
            <p:ph type="body" idx="1"/>
          </p:nvPr>
        </p:nvSpPr>
        <p:spPr>
          <a:xfrm>
            <a:off x="799481" y="3327371"/>
            <a:ext cx="5004419" cy="273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5" name="Google Shape;125;p54"/>
          <p:cNvSpPr txBox="1">
            <a:spLocks noGrp="1"/>
          </p:cNvSpPr>
          <p:nvPr>
            <p:ph type="body" idx="2"/>
          </p:nvPr>
        </p:nvSpPr>
        <p:spPr>
          <a:xfrm>
            <a:off x="799484" y="2718957"/>
            <a:ext cx="5004416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11113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6" name="Google Shape;126;p54"/>
          <p:cNvSpPr txBox="1">
            <a:spLocks noGrp="1"/>
          </p:cNvSpPr>
          <p:nvPr>
            <p:ph type="body" idx="3"/>
          </p:nvPr>
        </p:nvSpPr>
        <p:spPr>
          <a:xfrm>
            <a:off x="6419844" y="2718957"/>
            <a:ext cx="4972288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11113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Google Shape;127;p54"/>
          <p:cNvSpPr txBox="1">
            <a:spLocks noGrp="1"/>
          </p:cNvSpPr>
          <p:nvPr>
            <p:ph type="body" idx="4"/>
          </p:nvPr>
        </p:nvSpPr>
        <p:spPr>
          <a:xfrm>
            <a:off x="6413500" y="3327371"/>
            <a:ext cx="4979019" cy="273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0" name="Google Shape;130;p54"/>
          <p:cNvSpPr>
            <a:spLocks noGrp="1"/>
          </p:cNvSpPr>
          <p:nvPr>
            <p:ph type="pic" idx="5"/>
          </p:nvPr>
        </p:nvSpPr>
        <p:spPr>
          <a:xfrm>
            <a:off x="3014352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1" name="Google Shape;131;p54"/>
          <p:cNvSpPr>
            <a:spLocks noGrp="1"/>
          </p:cNvSpPr>
          <p:nvPr>
            <p:ph type="pic" idx="6"/>
          </p:nvPr>
        </p:nvSpPr>
        <p:spPr>
          <a:xfrm>
            <a:off x="8713730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4851D4-978E-36E6-B464-DDDD6561A0DA}"/>
              </a:ext>
            </a:extLst>
          </p:cNvPr>
          <p:cNvCxnSpPr>
            <a:cxnSpLocks/>
          </p:cNvCxnSpPr>
          <p:nvPr userDrawn="1"/>
        </p:nvCxnSpPr>
        <p:spPr>
          <a:xfrm>
            <a:off x="799481" y="2596896"/>
            <a:ext cx="5004419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530B2C-C5FE-6604-2283-C726D4DADD01}"/>
              </a:ext>
            </a:extLst>
          </p:cNvPr>
          <p:cNvCxnSpPr>
            <a:cxnSpLocks/>
          </p:cNvCxnSpPr>
          <p:nvPr userDrawn="1"/>
        </p:nvCxnSpPr>
        <p:spPr>
          <a:xfrm>
            <a:off x="6413500" y="2596896"/>
            <a:ext cx="4978632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939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 Layout with Title" preserve="1">
  <p:cSld name="Two Content Layout with Title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5"/>
          <p:cNvPicPr preferRelativeResize="0"/>
          <p:nvPr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5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36" name="Google Shape;136;p55"/>
          <p:cNvSpPr txBox="1">
            <a:spLocks noGrp="1"/>
          </p:cNvSpPr>
          <p:nvPr>
            <p:ph type="body" idx="1"/>
          </p:nvPr>
        </p:nvSpPr>
        <p:spPr>
          <a:xfrm>
            <a:off x="799481" y="2713859"/>
            <a:ext cx="5004419" cy="334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41300" lvl="0" indent="-2413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7" name="Google Shape;137;p55"/>
          <p:cNvSpPr txBox="1">
            <a:spLocks noGrp="1"/>
          </p:cNvSpPr>
          <p:nvPr>
            <p:ph type="body" idx="2"/>
          </p:nvPr>
        </p:nvSpPr>
        <p:spPr>
          <a:xfrm>
            <a:off x="799484" y="2105445"/>
            <a:ext cx="5004416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8" name="Google Shape;138;p55"/>
          <p:cNvSpPr txBox="1">
            <a:spLocks noGrp="1"/>
          </p:cNvSpPr>
          <p:nvPr>
            <p:ph type="body" idx="3"/>
          </p:nvPr>
        </p:nvSpPr>
        <p:spPr>
          <a:xfrm>
            <a:off x="6419844" y="2105445"/>
            <a:ext cx="4972288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9" name="Google Shape;139;p55"/>
          <p:cNvSpPr txBox="1">
            <a:spLocks noGrp="1"/>
          </p:cNvSpPr>
          <p:nvPr>
            <p:ph type="body" idx="4"/>
          </p:nvPr>
        </p:nvSpPr>
        <p:spPr>
          <a:xfrm>
            <a:off x="6413500" y="2713859"/>
            <a:ext cx="4979019" cy="334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4553B25-D481-9FDD-5393-E9A750D34E03}"/>
              </a:ext>
            </a:extLst>
          </p:cNvPr>
          <p:cNvCxnSpPr>
            <a:cxnSpLocks/>
          </p:cNvCxnSpPr>
          <p:nvPr userDrawn="1"/>
        </p:nvCxnSpPr>
        <p:spPr>
          <a:xfrm>
            <a:off x="799481" y="1975104"/>
            <a:ext cx="5004419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2E9D7B-23BC-5EDE-FFB6-EC55A6F31EED}"/>
              </a:ext>
            </a:extLst>
          </p:cNvPr>
          <p:cNvCxnSpPr>
            <a:cxnSpLocks/>
          </p:cNvCxnSpPr>
          <p:nvPr userDrawn="1"/>
        </p:nvCxnSpPr>
        <p:spPr>
          <a:xfrm>
            <a:off x="6413500" y="1975104"/>
            <a:ext cx="4978632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03225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Layout with Icons" preserve="1">
  <p:cSld name="Three Content Layout with Icon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0B057E5E-DC34-F5D2-AFFF-8F2FDDC0C5FC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6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45" name="Google Shape;145;p56"/>
          <p:cNvSpPr txBox="1">
            <a:spLocks noGrp="1"/>
          </p:cNvSpPr>
          <p:nvPr>
            <p:ph type="body" idx="1"/>
          </p:nvPr>
        </p:nvSpPr>
        <p:spPr>
          <a:xfrm>
            <a:off x="799484" y="2718958"/>
            <a:ext cx="330186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Google Shape;146;p56"/>
          <p:cNvSpPr txBox="1">
            <a:spLocks noGrp="1"/>
          </p:cNvSpPr>
          <p:nvPr>
            <p:ph type="body" idx="2"/>
          </p:nvPr>
        </p:nvSpPr>
        <p:spPr>
          <a:xfrm>
            <a:off x="4455489" y="2718958"/>
            <a:ext cx="330186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Google Shape;147;p56"/>
          <p:cNvSpPr txBox="1">
            <a:spLocks noGrp="1"/>
          </p:cNvSpPr>
          <p:nvPr>
            <p:ph type="body" idx="3"/>
          </p:nvPr>
        </p:nvSpPr>
        <p:spPr>
          <a:xfrm>
            <a:off x="4455489" y="3330186"/>
            <a:ext cx="3301869" cy="268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8" name="Google Shape;148;p56"/>
          <p:cNvSpPr txBox="1">
            <a:spLocks noGrp="1"/>
          </p:cNvSpPr>
          <p:nvPr>
            <p:ph type="body" idx="4"/>
          </p:nvPr>
        </p:nvSpPr>
        <p:spPr>
          <a:xfrm>
            <a:off x="8111495" y="2718958"/>
            <a:ext cx="330186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9" name="Google Shape;149;p56"/>
          <p:cNvSpPr txBox="1">
            <a:spLocks noGrp="1"/>
          </p:cNvSpPr>
          <p:nvPr>
            <p:ph type="body" idx="5"/>
          </p:nvPr>
        </p:nvSpPr>
        <p:spPr>
          <a:xfrm>
            <a:off x="8111495" y="3330186"/>
            <a:ext cx="3301869" cy="268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0" name="Google Shape;150;p56"/>
          <p:cNvSpPr txBox="1">
            <a:spLocks noGrp="1"/>
          </p:cNvSpPr>
          <p:nvPr>
            <p:ph type="body" idx="6"/>
          </p:nvPr>
        </p:nvSpPr>
        <p:spPr>
          <a:xfrm>
            <a:off x="799483" y="3330186"/>
            <a:ext cx="3301869" cy="268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4" name="Google Shape;154;p56"/>
          <p:cNvSpPr>
            <a:spLocks noGrp="1"/>
          </p:cNvSpPr>
          <p:nvPr>
            <p:ph type="pic" idx="7"/>
          </p:nvPr>
        </p:nvSpPr>
        <p:spPr>
          <a:xfrm>
            <a:off x="2163079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55" name="Google Shape;155;p56"/>
          <p:cNvSpPr>
            <a:spLocks noGrp="1"/>
          </p:cNvSpPr>
          <p:nvPr>
            <p:ph type="pic" idx="8"/>
          </p:nvPr>
        </p:nvSpPr>
        <p:spPr>
          <a:xfrm>
            <a:off x="5808662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56" name="Google Shape;156;p56"/>
          <p:cNvSpPr>
            <a:spLocks noGrp="1"/>
          </p:cNvSpPr>
          <p:nvPr>
            <p:ph type="pic" idx="9"/>
          </p:nvPr>
        </p:nvSpPr>
        <p:spPr>
          <a:xfrm>
            <a:off x="9475091" y="1822459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1741CF-4F60-7A59-B5C8-C534885A032C}"/>
              </a:ext>
            </a:extLst>
          </p:cNvPr>
          <p:cNvCxnSpPr>
            <a:cxnSpLocks/>
          </p:cNvCxnSpPr>
          <p:nvPr userDrawn="1"/>
        </p:nvCxnSpPr>
        <p:spPr>
          <a:xfrm>
            <a:off x="799481" y="2596896"/>
            <a:ext cx="3301871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5321EE-96D2-BBE9-0EA4-2112527E4EB3}"/>
              </a:ext>
            </a:extLst>
          </p:cNvPr>
          <p:cNvCxnSpPr>
            <a:cxnSpLocks/>
          </p:cNvCxnSpPr>
          <p:nvPr userDrawn="1"/>
        </p:nvCxnSpPr>
        <p:spPr>
          <a:xfrm>
            <a:off x="4457081" y="2596896"/>
            <a:ext cx="3301871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FD377B-D034-93F1-AC61-ED87B0C300F9}"/>
              </a:ext>
            </a:extLst>
          </p:cNvPr>
          <p:cNvCxnSpPr>
            <a:cxnSpLocks/>
          </p:cNvCxnSpPr>
          <p:nvPr userDrawn="1"/>
        </p:nvCxnSpPr>
        <p:spPr>
          <a:xfrm>
            <a:off x="8102489" y="2596896"/>
            <a:ext cx="3301871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633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 Layout with Title" preserve="1">
  <p:cSld name="Three Content Layout with Title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34A7C77A-DDF6-DC63-B004-883C6A0ECE2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7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59" name="Google Shape;159;p57"/>
          <p:cNvSpPr txBox="1">
            <a:spLocks noGrp="1"/>
          </p:cNvSpPr>
          <p:nvPr>
            <p:ph type="body" idx="1"/>
          </p:nvPr>
        </p:nvSpPr>
        <p:spPr>
          <a:xfrm>
            <a:off x="799484" y="2094588"/>
            <a:ext cx="330186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0" name="Google Shape;160;p57"/>
          <p:cNvSpPr txBox="1">
            <a:spLocks noGrp="1"/>
          </p:cNvSpPr>
          <p:nvPr>
            <p:ph type="body" idx="2"/>
          </p:nvPr>
        </p:nvSpPr>
        <p:spPr>
          <a:xfrm>
            <a:off x="4455489" y="2094588"/>
            <a:ext cx="330186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1" name="Google Shape;161;p57"/>
          <p:cNvSpPr txBox="1">
            <a:spLocks noGrp="1"/>
          </p:cNvSpPr>
          <p:nvPr>
            <p:ph type="body" idx="3"/>
          </p:nvPr>
        </p:nvSpPr>
        <p:spPr>
          <a:xfrm>
            <a:off x="4455489" y="2705816"/>
            <a:ext cx="3301869" cy="331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2" name="Google Shape;162;p57"/>
          <p:cNvSpPr txBox="1">
            <a:spLocks noGrp="1"/>
          </p:cNvSpPr>
          <p:nvPr>
            <p:ph type="body" idx="4"/>
          </p:nvPr>
        </p:nvSpPr>
        <p:spPr>
          <a:xfrm>
            <a:off x="8111495" y="2094588"/>
            <a:ext cx="330186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3" name="Google Shape;163;p57"/>
          <p:cNvSpPr txBox="1">
            <a:spLocks noGrp="1"/>
          </p:cNvSpPr>
          <p:nvPr>
            <p:ph type="body" idx="5"/>
          </p:nvPr>
        </p:nvSpPr>
        <p:spPr>
          <a:xfrm>
            <a:off x="8111495" y="2705816"/>
            <a:ext cx="3301869" cy="331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4" name="Google Shape;164;p57"/>
          <p:cNvSpPr txBox="1">
            <a:spLocks noGrp="1"/>
          </p:cNvSpPr>
          <p:nvPr>
            <p:ph type="body" idx="6"/>
          </p:nvPr>
        </p:nvSpPr>
        <p:spPr>
          <a:xfrm>
            <a:off x="799483" y="2705816"/>
            <a:ext cx="3301869" cy="331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41300" lvl="0" indent="-2413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9A316D-5E2B-6A78-7960-3628B3DF035B}"/>
              </a:ext>
            </a:extLst>
          </p:cNvPr>
          <p:cNvCxnSpPr>
            <a:cxnSpLocks/>
          </p:cNvCxnSpPr>
          <p:nvPr userDrawn="1"/>
        </p:nvCxnSpPr>
        <p:spPr>
          <a:xfrm>
            <a:off x="799481" y="1975104"/>
            <a:ext cx="3301871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46FFF0-65F7-5DE8-44C7-263EFC3DB339}"/>
              </a:ext>
            </a:extLst>
          </p:cNvPr>
          <p:cNvCxnSpPr>
            <a:cxnSpLocks/>
          </p:cNvCxnSpPr>
          <p:nvPr userDrawn="1"/>
        </p:nvCxnSpPr>
        <p:spPr>
          <a:xfrm>
            <a:off x="4457081" y="1975104"/>
            <a:ext cx="3301871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E08113D-2DC6-7277-CDEA-52EEC298DFD1}"/>
              </a:ext>
            </a:extLst>
          </p:cNvPr>
          <p:cNvCxnSpPr>
            <a:cxnSpLocks/>
          </p:cNvCxnSpPr>
          <p:nvPr userDrawn="1"/>
        </p:nvCxnSpPr>
        <p:spPr>
          <a:xfrm>
            <a:off x="8102489" y="1975104"/>
            <a:ext cx="3301871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120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Layout with Icon" preserve="1">
  <p:cSld name="Four Content Layout with Ic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3A22614E-3AC8-C734-7C4E-B60E0C98E6AA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8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70" name="Google Shape;170;p58"/>
          <p:cNvSpPr txBox="1">
            <a:spLocks noGrp="1"/>
          </p:cNvSpPr>
          <p:nvPr>
            <p:ph type="body" idx="1"/>
          </p:nvPr>
        </p:nvSpPr>
        <p:spPr>
          <a:xfrm>
            <a:off x="799485" y="2723241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1" name="Google Shape;171;p58"/>
          <p:cNvSpPr txBox="1">
            <a:spLocks noGrp="1"/>
          </p:cNvSpPr>
          <p:nvPr>
            <p:ph type="body" idx="2"/>
          </p:nvPr>
        </p:nvSpPr>
        <p:spPr>
          <a:xfrm>
            <a:off x="3522895" y="2723241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Google Shape;172;p58"/>
          <p:cNvSpPr txBox="1">
            <a:spLocks noGrp="1"/>
          </p:cNvSpPr>
          <p:nvPr>
            <p:ph type="body" idx="3"/>
          </p:nvPr>
        </p:nvSpPr>
        <p:spPr>
          <a:xfrm>
            <a:off x="6246304" y="2723241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3" name="Google Shape;173;p58"/>
          <p:cNvSpPr txBox="1">
            <a:spLocks noGrp="1"/>
          </p:cNvSpPr>
          <p:nvPr>
            <p:ph type="body" idx="4"/>
          </p:nvPr>
        </p:nvSpPr>
        <p:spPr>
          <a:xfrm>
            <a:off x="8969715" y="2723241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4" name="Google Shape;174;p58"/>
          <p:cNvSpPr txBox="1">
            <a:spLocks noGrp="1"/>
          </p:cNvSpPr>
          <p:nvPr>
            <p:ph type="body" idx="5"/>
          </p:nvPr>
        </p:nvSpPr>
        <p:spPr>
          <a:xfrm>
            <a:off x="8969715" y="3334469"/>
            <a:ext cx="2443649" cy="268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5" name="Google Shape;175;p58"/>
          <p:cNvSpPr txBox="1">
            <a:spLocks noGrp="1"/>
          </p:cNvSpPr>
          <p:nvPr>
            <p:ph type="body" idx="6"/>
          </p:nvPr>
        </p:nvSpPr>
        <p:spPr>
          <a:xfrm>
            <a:off x="6246304" y="3334469"/>
            <a:ext cx="2443649" cy="268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Google Shape;176;p58"/>
          <p:cNvSpPr txBox="1">
            <a:spLocks noGrp="1"/>
          </p:cNvSpPr>
          <p:nvPr>
            <p:ph type="body" idx="7"/>
          </p:nvPr>
        </p:nvSpPr>
        <p:spPr>
          <a:xfrm>
            <a:off x="3516551" y="3334469"/>
            <a:ext cx="2443649" cy="268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7" name="Google Shape;177;p58"/>
          <p:cNvSpPr txBox="1">
            <a:spLocks noGrp="1"/>
          </p:cNvSpPr>
          <p:nvPr>
            <p:ph type="body" idx="8"/>
          </p:nvPr>
        </p:nvSpPr>
        <p:spPr>
          <a:xfrm>
            <a:off x="800246" y="3334469"/>
            <a:ext cx="2443649" cy="2682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Google Shape;182;p58"/>
          <p:cNvSpPr>
            <a:spLocks noGrp="1"/>
          </p:cNvSpPr>
          <p:nvPr>
            <p:ph type="pic" idx="9"/>
          </p:nvPr>
        </p:nvSpPr>
        <p:spPr>
          <a:xfrm>
            <a:off x="1733969" y="1808164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3" name="Google Shape;183;p58"/>
          <p:cNvSpPr>
            <a:spLocks noGrp="1"/>
          </p:cNvSpPr>
          <p:nvPr>
            <p:ph type="pic" idx="13"/>
          </p:nvPr>
        </p:nvSpPr>
        <p:spPr>
          <a:xfrm>
            <a:off x="4450275" y="1808164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4" name="Google Shape;184;p58"/>
          <p:cNvSpPr>
            <a:spLocks noGrp="1"/>
          </p:cNvSpPr>
          <p:nvPr>
            <p:ph type="pic" idx="14"/>
          </p:nvPr>
        </p:nvSpPr>
        <p:spPr>
          <a:xfrm>
            <a:off x="7180028" y="1808164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85" name="Google Shape;185;p58"/>
          <p:cNvSpPr>
            <a:spLocks noGrp="1"/>
          </p:cNvSpPr>
          <p:nvPr>
            <p:ph type="pic" idx="15"/>
          </p:nvPr>
        </p:nvSpPr>
        <p:spPr>
          <a:xfrm>
            <a:off x="9909781" y="1808164"/>
            <a:ext cx="574675" cy="57467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F71A333-5EEB-E8D0-FB66-77A8F9943101}"/>
              </a:ext>
            </a:extLst>
          </p:cNvPr>
          <p:cNvCxnSpPr>
            <a:cxnSpLocks/>
          </p:cNvCxnSpPr>
          <p:nvPr userDrawn="1"/>
        </p:nvCxnSpPr>
        <p:spPr>
          <a:xfrm>
            <a:off x="799481" y="2614617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719D1D-29DD-C6B9-4CBD-2BCDDA505BA0}"/>
              </a:ext>
            </a:extLst>
          </p:cNvPr>
          <p:cNvCxnSpPr>
            <a:cxnSpLocks/>
          </p:cNvCxnSpPr>
          <p:nvPr userDrawn="1"/>
        </p:nvCxnSpPr>
        <p:spPr>
          <a:xfrm>
            <a:off x="3518297" y="2614617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8FDB1D-2E49-F903-DC08-C4103B49BD5D}"/>
              </a:ext>
            </a:extLst>
          </p:cNvPr>
          <p:cNvCxnSpPr>
            <a:cxnSpLocks/>
          </p:cNvCxnSpPr>
          <p:nvPr userDrawn="1"/>
        </p:nvCxnSpPr>
        <p:spPr>
          <a:xfrm>
            <a:off x="6249305" y="2614617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6DD4E8-9566-87B6-91C0-0EF11367806C}"/>
              </a:ext>
            </a:extLst>
          </p:cNvPr>
          <p:cNvCxnSpPr>
            <a:cxnSpLocks/>
          </p:cNvCxnSpPr>
          <p:nvPr userDrawn="1"/>
        </p:nvCxnSpPr>
        <p:spPr>
          <a:xfrm>
            <a:off x="8968121" y="2614617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45850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ntent Layout with Title" preserve="1">
  <p:cSld name="Four Content Layout with Title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2;p55">
            <a:extLst>
              <a:ext uri="{FF2B5EF4-FFF2-40B4-BE49-F238E27FC236}">
                <a16:creationId xmlns:a16="http://schemas.microsoft.com/office/drawing/2014/main" id="{E1A2AA65-83E3-B873-EA5C-6D1BFDC4D44F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2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59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188" name="Google Shape;188;p59"/>
          <p:cNvSpPr txBox="1">
            <a:spLocks noGrp="1"/>
          </p:cNvSpPr>
          <p:nvPr>
            <p:ph type="body" idx="1"/>
          </p:nvPr>
        </p:nvSpPr>
        <p:spPr>
          <a:xfrm>
            <a:off x="799485" y="2094586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9" name="Google Shape;189;p59"/>
          <p:cNvSpPr txBox="1">
            <a:spLocks noGrp="1"/>
          </p:cNvSpPr>
          <p:nvPr>
            <p:ph type="body" idx="2"/>
          </p:nvPr>
        </p:nvSpPr>
        <p:spPr>
          <a:xfrm>
            <a:off x="3522895" y="2094586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Google Shape;190;p59"/>
          <p:cNvSpPr txBox="1">
            <a:spLocks noGrp="1"/>
          </p:cNvSpPr>
          <p:nvPr>
            <p:ph type="body" idx="3"/>
          </p:nvPr>
        </p:nvSpPr>
        <p:spPr>
          <a:xfrm>
            <a:off x="6246304" y="2094586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Google Shape;191;p59"/>
          <p:cNvSpPr txBox="1">
            <a:spLocks noGrp="1"/>
          </p:cNvSpPr>
          <p:nvPr>
            <p:ph type="body" idx="4"/>
          </p:nvPr>
        </p:nvSpPr>
        <p:spPr>
          <a:xfrm>
            <a:off x="8969715" y="2094586"/>
            <a:ext cx="2443649" cy="419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Google Shape;192;p59"/>
          <p:cNvSpPr txBox="1">
            <a:spLocks noGrp="1"/>
          </p:cNvSpPr>
          <p:nvPr>
            <p:ph type="body" idx="5"/>
          </p:nvPr>
        </p:nvSpPr>
        <p:spPr>
          <a:xfrm>
            <a:off x="8969715" y="2705813"/>
            <a:ext cx="2443649" cy="334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3" name="Google Shape;193;p59"/>
          <p:cNvSpPr txBox="1">
            <a:spLocks noGrp="1"/>
          </p:cNvSpPr>
          <p:nvPr>
            <p:ph type="body" idx="6"/>
          </p:nvPr>
        </p:nvSpPr>
        <p:spPr>
          <a:xfrm>
            <a:off x="6246304" y="2705813"/>
            <a:ext cx="2443649" cy="334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4" name="Google Shape;194;p59"/>
          <p:cNvSpPr txBox="1">
            <a:spLocks noGrp="1"/>
          </p:cNvSpPr>
          <p:nvPr>
            <p:ph type="body" idx="7"/>
          </p:nvPr>
        </p:nvSpPr>
        <p:spPr>
          <a:xfrm>
            <a:off x="3516551" y="2705813"/>
            <a:ext cx="2443649" cy="334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5" name="Google Shape;195;p59"/>
          <p:cNvSpPr txBox="1">
            <a:spLocks noGrp="1"/>
          </p:cNvSpPr>
          <p:nvPr>
            <p:ph type="body" idx="8"/>
          </p:nvPr>
        </p:nvSpPr>
        <p:spPr>
          <a:xfrm>
            <a:off x="800246" y="2705813"/>
            <a:ext cx="2443649" cy="3346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FED9AD-263C-7791-0D5A-AE6D8F48D49B}"/>
              </a:ext>
            </a:extLst>
          </p:cNvPr>
          <p:cNvCxnSpPr>
            <a:cxnSpLocks/>
          </p:cNvCxnSpPr>
          <p:nvPr userDrawn="1"/>
        </p:nvCxnSpPr>
        <p:spPr>
          <a:xfrm>
            <a:off x="799481" y="1968441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3EDE2E-1C10-9772-8440-93B96CCE3A83}"/>
              </a:ext>
            </a:extLst>
          </p:cNvPr>
          <p:cNvCxnSpPr>
            <a:cxnSpLocks/>
          </p:cNvCxnSpPr>
          <p:nvPr userDrawn="1"/>
        </p:nvCxnSpPr>
        <p:spPr>
          <a:xfrm>
            <a:off x="3518297" y="1968441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B54198-C40D-2634-3848-7E12A161FA2B}"/>
              </a:ext>
            </a:extLst>
          </p:cNvPr>
          <p:cNvCxnSpPr>
            <a:cxnSpLocks/>
          </p:cNvCxnSpPr>
          <p:nvPr userDrawn="1"/>
        </p:nvCxnSpPr>
        <p:spPr>
          <a:xfrm>
            <a:off x="6249305" y="1968441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5C3982-9AA6-70C9-5C21-D839C888E7E3}"/>
              </a:ext>
            </a:extLst>
          </p:cNvPr>
          <p:cNvCxnSpPr>
            <a:cxnSpLocks/>
          </p:cNvCxnSpPr>
          <p:nvPr userDrawn="1"/>
        </p:nvCxnSpPr>
        <p:spPr>
          <a:xfrm>
            <a:off x="8968121" y="1968441"/>
            <a:ext cx="2443653" cy="0"/>
          </a:xfrm>
          <a:prstGeom prst="line">
            <a:avLst/>
          </a:prstGeom>
          <a:ln w="10160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386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 with CTA" preserve="1">
  <p:cSld name="Split Layout with CTA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0"/>
          <p:cNvSpPr/>
          <p:nvPr/>
        </p:nvSpPr>
        <p:spPr>
          <a:xfrm rot="5400000">
            <a:off x="1979124" y="2075839"/>
            <a:ext cx="2803034" cy="6761286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6"/>
              <a:buFont typeface="Arial"/>
              <a:buNone/>
            </a:pPr>
            <a:endParaRPr sz="2486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60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48975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03" name="Google Shape;203;p60"/>
          <p:cNvSpPr txBox="1">
            <a:spLocks noGrp="1"/>
          </p:cNvSpPr>
          <p:nvPr>
            <p:ph type="body" idx="1"/>
          </p:nvPr>
        </p:nvSpPr>
        <p:spPr>
          <a:xfrm>
            <a:off x="838201" y="4054964"/>
            <a:ext cx="4897582" cy="209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11113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tabLst/>
              <a:defRPr sz="1800" b="0" i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Google Shape;204;p60"/>
          <p:cNvSpPr txBox="1">
            <a:spLocks noGrp="1"/>
          </p:cNvSpPr>
          <p:nvPr>
            <p:ph type="body" idx="2"/>
          </p:nvPr>
        </p:nvSpPr>
        <p:spPr>
          <a:xfrm>
            <a:off x="838200" y="1814672"/>
            <a:ext cx="4897582" cy="1957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5" name="Google Shape;205;p60"/>
          <p:cNvSpPr>
            <a:spLocks noGrp="1"/>
          </p:cNvSpPr>
          <p:nvPr>
            <p:ph type="pic" idx="3"/>
          </p:nvPr>
        </p:nvSpPr>
        <p:spPr>
          <a:xfrm>
            <a:off x="6345631" y="2"/>
            <a:ext cx="5846369" cy="67436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07" name="Google Shape;207;p60"/>
          <p:cNvSpPr txBox="1"/>
          <p:nvPr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8" name="Google Shape;208;p60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EF5A2C6-697A-010F-472A-58C04B0643D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1748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 preserve="1">
  <p:cSld name="Split Layou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1"/>
          <p:cNvSpPr/>
          <p:nvPr/>
        </p:nvSpPr>
        <p:spPr>
          <a:xfrm>
            <a:off x="6834554" y="0"/>
            <a:ext cx="535744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61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48975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12" name="Google Shape;212;p61"/>
          <p:cNvSpPr>
            <a:spLocks noGrp="1"/>
          </p:cNvSpPr>
          <p:nvPr>
            <p:ph type="pic" idx="2"/>
          </p:nvPr>
        </p:nvSpPr>
        <p:spPr>
          <a:xfrm>
            <a:off x="6330460" y="922150"/>
            <a:ext cx="5861540" cy="501395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897583" cy="411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15" name="Google Shape;215;p61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EE4E7D7-327D-6905-5EF8-489F25E28D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71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 preserve="1">
  <p:cSld name="1_Split Layou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1"/>
          <p:cNvSpPr/>
          <p:nvPr/>
        </p:nvSpPr>
        <p:spPr>
          <a:xfrm>
            <a:off x="6834554" y="0"/>
            <a:ext cx="5357446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1" name="Google Shape;211;p61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48975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12" name="Google Shape;212;p61"/>
          <p:cNvSpPr>
            <a:spLocks noGrp="1"/>
          </p:cNvSpPr>
          <p:nvPr>
            <p:ph type="pic" idx="2"/>
          </p:nvPr>
        </p:nvSpPr>
        <p:spPr>
          <a:xfrm>
            <a:off x="6330460" y="922150"/>
            <a:ext cx="5861540" cy="5013955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213" name="Google Shape;213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897583" cy="411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15" name="Google Shape;215;p61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0E1C825-526B-FCA0-FD9C-8AC6A6C337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184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ection Header" preserve="1" userDrawn="1">
  <p:cSld name="7_Section Header">
    <p:bg>
      <p:bgPr>
        <a:solidFill>
          <a:schemeClr val="tx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5"/>
          <p:cNvSpPr txBox="1">
            <a:spLocks noGrp="1"/>
          </p:cNvSpPr>
          <p:nvPr>
            <p:ph type="title" hasCustomPrompt="1"/>
          </p:nvPr>
        </p:nvSpPr>
        <p:spPr>
          <a:xfrm>
            <a:off x="1358485" y="2383291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37" name="Google Shape;337;p75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75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F7537DF-E1F2-3DC2-D29E-774E4AFC5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484" y="4564321"/>
            <a:ext cx="7169149" cy="313932"/>
          </a:xfrm>
        </p:spPr>
        <p:txBody>
          <a:bodyPr>
            <a:spAutoFit/>
          </a:bodyPr>
          <a:lstStyle>
            <a:lvl1pPr marL="0" indent="0" algn="r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— Click to add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08893B-0AC9-2D80-83E0-7997A801B0EA}"/>
              </a:ext>
            </a:extLst>
          </p:cNvPr>
          <p:cNvSpPr txBox="1"/>
          <p:nvPr userDrawn="1"/>
        </p:nvSpPr>
        <p:spPr>
          <a:xfrm>
            <a:off x="233572" y="782121"/>
            <a:ext cx="809250" cy="5293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4400" dirty="0">
                <a:solidFill>
                  <a:schemeClr val="accent1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B9DB0-771F-4822-2643-B5621DDE462C}"/>
              </a:ext>
            </a:extLst>
          </p:cNvPr>
          <p:cNvSpPr txBox="1"/>
          <p:nvPr userDrawn="1"/>
        </p:nvSpPr>
        <p:spPr>
          <a:xfrm>
            <a:off x="11149178" y="782121"/>
            <a:ext cx="809250" cy="5293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4400" dirty="0">
                <a:solidFill>
                  <a:schemeClr val="accent1"/>
                </a:solidFill>
                <a:latin typeface="Georgia" panose="02040502050405020303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7552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ection Header" preserve="1" userDrawn="1">
  <p:cSld name="8_Section Header">
    <p:bg>
      <p:bgPr>
        <a:solidFill>
          <a:schemeClr val="tx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5B6E7054-435F-7106-824D-55B68CAABF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777" r="2977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335" name="Google Shape;335;p75"/>
          <p:cNvSpPr txBox="1">
            <a:spLocks noGrp="1"/>
          </p:cNvSpPr>
          <p:nvPr>
            <p:ph type="title" hasCustomPrompt="1"/>
          </p:nvPr>
        </p:nvSpPr>
        <p:spPr>
          <a:xfrm>
            <a:off x="1358485" y="2383291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38" name="Google Shape;338;p75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F7537DF-E1F2-3DC2-D29E-774E4AFC5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484" y="4564321"/>
            <a:ext cx="7169149" cy="313932"/>
          </a:xfrm>
        </p:spPr>
        <p:txBody>
          <a:bodyPr>
            <a:spAutoFit/>
          </a:bodyPr>
          <a:lstStyle>
            <a:lvl1pPr marL="0" indent="0" algn="r"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— Click to add 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08893B-0AC9-2D80-83E0-7997A801B0EA}"/>
              </a:ext>
            </a:extLst>
          </p:cNvPr>
          <p:cNvSpPr txBox="1"/>
          <p:nvPr userDrawn="1"/>
        </p:nvSpPr>
        <p:spPr>
          <a:xfrm>
            <a:off x="233572" y="782121"/>
            <a:ext cx="809250" cy="5293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4400" dirty="0">
                <a:solidFill>
                  <a:schemeClr val="accent1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CB9DB0-771F-4822-2643-B5621DDE462C}"/>
              </a:ext>
            </a:extLst>
          </p:cNvPr>
          <p:cNvSpPr txBox="1"/>
          <p:nvPr userDrawn="1"/>
        </p:nvSpPr>
        <p:spPr>
          <a:xfrm>
            <a:off x="11149178" y="782121"/>
            <a:ext cx="809250" cy="5293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4400" dirty="0">
                <a:solidFill>
                  <a:schemeClr val="accent1"/>
                </a:solidFill>
                <a:latin typeface="Georgia" panose="02040502050405020303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58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Section Header" preserve="1" userDrawn="1">
  <p:cSld name="8_Section Header">
    <p:bg>
      <p:bgPr>
        <a:solidFill>
          <a:schemeClr val="lt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5"/>
          <p:cNvSpPr txBox="1">
            <a:spLocks noGrp="1"/>
          </p:cNvSpPr>
          <p:nvPr>
            <p:ph type="title" hasCustomPrompt="1"/>
          </p:nvPr>
        </p:nvSpPr>
        <p:spPr>
          <a:xfrm>
            <a:off x="1358485" y="2383291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3200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37" name="Google Shape;337;p75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CEB403-7944-3E12-98EF-4CF8D0C3D7ED}"/>
              </a:ext>
            </a:extLst>
          </p:cNvPr>
          <p:cNvSpPr txBox="1"/>
          <p:nvPr userDrawn="1"/>
        </p:nvSpPr>
        <p:spPr>
          <a:xfrm>
            <a:off x="233572" y="782121"/>
            <a:ext cx="809250" cy="5293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4400" dirty="0">
                <a:solidFill>
                  <a:schemeClr val="accent1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3DE7A-A5B2-E63F-587F-5D2912B689A3}"/>
              </a:ext>
            </a:extLst>
          </p:cNvPr>
          <p:cNvSpPr txBox="1"/>
          <p:nvPr userDrawn="1"/>
        </p:nvSpPr>
        <p:spPr>
          <a:xfrm>
            <a:off x="11149178" y="782121"/>
            <a:ext cx="809250" cy="52937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34400" dirty="0">
                <a:solidFill>
                  <a:schemeClr val="accent1"/>
                </a:solidFill>
                <a:latin typeface="Georgia" panose="02040502050405020303" pitchFamily="18" charset="0"/>
              </a:rPr>
              <a:t>”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47F7C581-74D7-A228-41C0-C832396720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58484" y="4564321"/>
            <a:ext cx="7169149" cy="313932"/>
          </a:xfrm>
        </p:spPr>
        <p:txBody>
          <a:bodyPr>
            <a:spAutoFit/>
          </a:bodyPr>
          <a:lstStyle>
            <a:lvl1pPr marL="0" indent="0" algn="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— 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22037271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1" preserve="1">
  <p:cSld name="Divider1">
    <p:bg>
      <p:bgPr>
        <a:solidFill>
          <a:schemeClr val="tx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957A04A0-C68D-5656-122E-EEBAFC5215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777" r="2977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18" name="Google Shape;218;p62"/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19" name="Google Shape;219;p62"/>
          <p:cNvSpPr txBox="1">
            <a:spLocks noGrp="1"/>
          </p:cNvSpPr>
          <p:nvPr>
            <p:ph type="body" idx="1"/>
          </p:nvPr>
        </p:nvSpPr>
        <p:spPr>
          <a:xfrm>
            <a:off x="831850" y="3872610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20" name="Google Shape;220;p62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62"/>
          <p:cNvCxnSpPr/>
          <p:nvPr/>
        </p:nvCxnSpPr>
        <p:spPr>
          <a:xfrm>
            <a:off x="0" y="3701143"/>
            <a:ext cx="8001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801747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1" preserve="1">
  <p:cSld name="1_Divider1">
    <p:bg>
      <p:bgPr>
        <a:solidFill>
          <a:schemeClr val="tx1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2"/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19" name="Google Shape;219;p62"/>
          <p:cNvSpPr txBox="1">
            <a:spLocks noGrp="1"/>
          </p:cNvSpPr>
          <p:nvPr>
            <p:ph type="body" idx="1"/>
          </p:nvPr>
        </p:nvSpPr>
        <p:spPr>
          <a:xfrm>
            <a:off x="831850" y="3872610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20" name="Google Shape;220;p62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62"/>
          <p:cNvCxnSpPr/>
          <p:nvPr/>
        </p:nvCxnSpPr>
        <p:spPr>
          <a:xfrm>
            <a:off x="0" y="3701143"/>
            <a:ext cx="8001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med" len="med"/>
          </a:ln>
        </p:spPr>
      </p:cxnSp>
      <p:pic>
        <p:nvPicPr>
          <p:cNvPr id="222" name="Google Shape;222;p62" descr="A blue and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1048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1" preserve="1">
  <p:cSld name="1_Divider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2"/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19" name="Google Shape;219;p62"/>
          <p:cNvSpPr txBox="1">
            <a:spLocks noGrp="1"/>
          </p:cNvSpPr>
          <p:nvPr>
            <p:ph type="body" idx="1"/>
          </p:nvPr>
        </p:nvSpPr>
        <p:spPr>
          <a:xfrm>
            <a:off x="831850" y="3872610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1" name="Google Shape;221;p62"/>
          <p:cNvCxnSpPr/>
          <p:nvPr/>
        </p:nvCxnSpPr>
        <p:spPr>
          <a:xfrm>
            <a:off x="0" y="3701143"/>
            <a:ext cx="8001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med" len="med"/>
          </a:ln>
        </p:spPr>
      </p:cxnSp>
      <p:pic>
        <p:nvPicPr>
          <p:cNvPr id="222" name="Google Shape;222;p62" descr="A blue and black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9532A55-83AF-1041-0301-A8CA8FAF35C3}"/>
              </a:ext>
            </a:extLst>
          </p:cNvPr>
          <p:cNvSpPr/>
          <p:nvPr userDrawn="1"/>
        </p:nvSpPr>
        <p:spPr>
          <a:xfrm>
            <a:off x="831850" y="6330462"/>
            <a:ext cx="2855895" cy="3315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477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5" preserve="1">
  <p:cSld name="Divider5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66" descr="A hand holding a pipette over a petri dish&#10;&#10;Description automatically generated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6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24705"/>
                </a:srgbClr>
              </a:gs>
              <a:gs pos="100000">
                <a:srgbClr val="000000">
                  <a:alpha val="6000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p66"/>
          <p:cNvSpPr/>
          <p:nvPr/>
        </p:nvSpPr>
        <p:spPr>
          <a:xfrm>
            <a:off x="0" y="0"/>
            <a:ext cx="12191999" cy="6857995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0000">
                  <a:alpha val="0"/>
                </a:srgbClr>
              </a:gs>
              <a:gs pos="15000">
                <a:srgbClr val="000000">
                  <a:alpha val="0"/>
                </a:srgbClr>
              </a:gs>
              <a:gs pos="99000">
                <a:srgbClr val="000000">
                  <a:alpha val="84313"/>
                </a:srgbClr>
              </a:gs>
              <a:gs pos="100000">
                <a:srgbClr val="000000">
                  <a:alpha val="84313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9" name="Google Shape;249;p66"/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50" name="Google Shape;250;p66"/>
          <p:cNvSpPr txBox="1">
            <a:spLocks noGrp="1"/>
          </p:cNvSpPr>
          <p:nvPr>
            <p:ph type="body" idx="1"/>
          </p:nvPr>
        </p:nvSpPr>
        <p:spPr>
          <a:xfrm>
            <a:off x="831850" y="3872610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2" name="Google Shape;252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275;p69">
            <a:extLst>
              <a:ext uri="{FF2B5EF4-FFF2-40B4-BE49-F238E27FC236}">
                <a16:creationId xmlns:a16="http://schemas.microsoft.com/office/drawing/2014/main" id="{3C0FC943-C81F-142C-C3F5-675A294C9F5E}"/>
              </a:ext>
            </a:extLst>
          </p:cNvPr>
          <p:cNvCxnSpPr/>
          <p:nvPr userDrawn="1"/>
        </p:nvCxnSpPr>
        <p:spPr>
          <a:xfrm>
            <a:off x="0" y="3711303"/>
            <a:ext cx="8001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334786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8" preserve="1">
  <p:cSld name="Divider8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69"/>
          <p:cNvPicPr preferRelativeResize="0"/>
          <p:nvPr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5400000">
            <a:off x="2667000" y="-2667001"/>
            <a:ext cx="6858000" cy="12191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69"/>
          <p:cNvSpPr/>
          <p:nvPr/>
        </p:nvSpPr>
        <p:spPr>
          <a:xfrm>
            <a:off x="-2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24705"/>
                </a:srgbClr>
              </a:gs>
              <a:gs pos="15000">
                <a:srgbClr val="000000">
                  <a:alpha val="60000"/>
                </a:srgbClr>
              </a:gs>
              <a:gs pos="100000">
                <a:srgbClr val="000000">
                  <a:alpha val="60000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2" name="Google Shape;272;p69"/>
          <p:cNvSpPr/>
          <p:nvPr/>
        </p:nvSpPr>
        <p:spPr>
          <a:xfrm>
            <a:off x="-3" y="0"/>
            <a:ext cx="12192004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0000">
                  <a:alpha val="0"/>
                </a:srgbClr>
              </a:gs>
              <a:gs pos="15000">
                <a:srgbClr val="000000">
                  <a:alpha val="0"/>
                </a:srgbClr>
              </a:gs>
              <a:gs pos="99000">
                <a:srgbClr val="000000">
                  <a:alpha val="84313"/>
                </a:srgbClr>
              </a:gs>
              <a:gs pos="100000">
                <a:srgbClr val="000000">
                  <a:alpha val="84313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3" name="Google Shape;273;p69"/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74" name="Google Shape;274;p69"/>
          <p:cNvSpPr txBox="1">
            <a:spLocks noGrp="1"/>
          </p:cNvSpPr>
          <p:nvPr>
            <p:ph type="body" idx="1"/>
          </p:nvPr>
        </p:nvSpPr>
        <p:spPr>
          <a:xfrm>
            <a:off x="831850" y="3872610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5" name="Google Shape;275;p69"/>
          <p:cNvCxnSpPr/>
          <p:nvPr/>
        </p:nvCxnSpPr>
        <p:spPr>
          <a:xfrm>
            <a:off x="0" y="3711303"/>
            <a:ext cx="80010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med" len="med"/>
          </a:ln>
        </p:spPr>
      </p:cxnSp>
      <p:pic>
        <p:nvPicPr>
          <p:cNvPr id="276" name="Google Shape;276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980937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vider2" preserve="1" userDrawn="1">
  <p:cSld name="1_Divider2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7CD7E1-5D48-EC86-40D9-0D5487F9E04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5" name="Google Shape;225;p63"/>
          <p:cNvSpPr/>
          <p:nvPr/>
        </p:nvSpPr>
        <p:spPr>
          <a:xfrm>
            <a:off x="1" y="0"/>
            <a:ext cx="11911128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0000">
                  <a:alpha val="0"/>
                </a:srgbClr>
              </a:gs>
              <a:gs pos="15000">
                <a:srgbClr val="000000">
                  <a:alpha val="0"/>
                </a:srgbClr>
              </a:gs>
              <a:gs pos="99000">
                <a:srgbClr val="000000">
                  <a:alpha val="84313"/>
                </a:srgbClr>
              </a:gs>
              <a:gs pos="100000">
                <a:srgbClr val="000000">
                  <a:alpha val="84313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9" name="Google Shape;22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1;p65">
            <a:extLst>
              <a:ext uri="{FF2B5EF4-FFF2-40B4-BE49-F238E27FC236}">
                <a16:creationId xmlns:a16="http://schemas.microsoft.com/office/drawing/2014/main" id="{48AD4DE7-6DBF-1F15-59B2-258741E88AC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Google Shape;242;p65">
            <a:extLst>
              <a:ext uri="{FF2B5EF4-FFF2-40B4-BE49-F238E27FC236}">
                <a16:creationId xmlns:a16="http://schemas.microsoft.com/office/drawing/2014/main" id="{4FDA6316-9C7F-F4B8-5370-3CA9783F89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50" y="3558656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04410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vider2" preserve="1" userDrawn="1">
  <p:cSld name="2_Divider2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B417B5-DC75-9F6B-262D-B10D9A5E42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5" name="Google Shape;225;p63"/>
          <p:cNvSpPr/>
          <p:nvPr/>
        </p:nvSpPr>
        <p:spPr>
          <a:xfrm>
            <a:off x="1" y="0"/>
            <a:ext cx="11911128" cy="6857999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0000">
                  <a:alpha val="0"/>
                </a:srgbClr>
              </a:gs>
              <a:gs pos="15000">
                <a:srgbClr val="000000">
                  <a:alpha val="0"/>
                </a:srgbClr>
              </a:gs>
              <a:gs pos="99000">
                <a:srgbClr val="000000">
                  <a:alpha val="84313"/>
                </a:srgbClr>
              </a:gs>
              <a:gs pos="100000">
                <a:srgbClr val="000000">
                  <a:alpha val="84313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9" name="Google Shape;22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41;p65">
            <a:extLst>
              <a:ext uri="{FF2B5EF4-FFF2-40B4-BE49-F238E27FC236}">
                <a16:creationId xmlns:a16="http://schemas.microsoft.com/office/drawing/2014/main" id="{F72D1ED8-ECF1-ACF1-6E63-06FABC00A4D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6" name="Google Shape;242;p65">
            <a:extLst>
              <a:ext uri="{FF2B5EF4-FFF2-40B4-BE49-F238E27FC236}">
                <a16:creationId xmlns:a16="http://schemas.microsoft.com/office/drawing/2014/main" id="{8BF2CEF7-F3BD-5D84-8640-02D73D25BC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50" y="3558656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82053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Divider2" preserve="1" userDrawn="1">
  <p:cSld name="2_Divider2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24925A-588D-D365-833A-2E660D6FD0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16" y="0"/>
            <a:ext cx="12181184" cy="6858000"/>
          </a:xfrm>
          <a:prstGeom prst="rect">
            <a:avLst/>
          </a:prstGeom>
        </p:spPr>
      </p:pic>
      <p:sp>
        <p:nvSpPr>
          <p:cNvPr id="225" name="Google Shape;225;p63"/>
          <p:cNvSpPr/>
          <p:nvPr/>
        </p:nvSpPr>
        <p:spPr>
          <a:xfrm>
            <a:off x="1" y="0"/>
            <a:ext cx="11911128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0000">
                  <a:alpha val="0"/>
                </a:srgbClr>
              </a:gs>
              <a:gs pos="15000">
                <a:srgbClr val="000000">
                  <a:alpha val="0"/>
                </a:srgbClr>
              </a:gs>
              <a:gs pos="99000">
                <a:srgbClr val="000000">
                  <a:alpha val="84313"/>
                </a:srgbClr>
              </a:gs>
              <a:gs pos="100000">
                <a:srgbClr val="000000">
                  <a:alpha val="84313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9" name="Google Shape;229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41;p65">
            <a:extLst>
              <a:ext uri="{FF2B5EF4-FFF2-40B4-BE49-F238E27FC236}">
                <a16:creationId xmlns:a16="http://schemas.microsoft.com/office/drawing/2014/main" id="{B62E361F-F492-7A41-D85C-F134CF7EB73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8" name="Google Shape;242;p65">
            <a:extLst>
              <a:ext uri="{FF2B5EF4-FFF2-40B4-BE49-F238E27FC236}">
                <a16:creationId xmlns:a16="http://schemas.microsoft.com/office/drawing/2014/main" id="{3DE56642-05C4-1F6C-50B0-CF5E2B52E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50" y="3558656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344546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vider4" preserve="1">
  <p:cSld name="Divider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47031C-B524-5C74-9E43-0A9E0C7266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39" name="Google Shape;239;p65"/>
          <p:cNvSpPr/>
          <p:nvPr userDrawn="1"/>
        </p:nvSpPr>
        <p:spPr>
          <a:xfrm>
            <a:off x="-4" y="0"/>
            <a:ext cx="12192000" cy="6858000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100000">
                <a:srgbClr val="000000">
                  <a:alpha val="59562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p65"/>
          <p:cNvSpPr/>
          <p:nvPr userDrawn="1"/>
        </p:nvSpPr>
        <p:spPr>
          <a:xfrm>
            <a:off x="0" y="2"/>
            <a:ext cx="11911128" cy="6857998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000000">
                  <a:alpha val="0"/>
                </a:srgbClr>
              </a:gs>
              <a:gs pos="15000">
                <a:srgbClr val="000000">
                  <a:alpha val="0"/>
                </a:srgbClr>
              </a:gs>
              <a:gs pos="99000">
                <a:srgbClr val="000000">
                  <a:alpha val="84313"/>
                </a:srgbClr>
              </a:gs>
              <a:gs pos="100000">
                <a:srgbClr val="000000">
                  <a:alpha val="84313"/>
                </a:srgbClr>
              </a:gs>
            </a:gsLst>
            <a:lin ang="108000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Google Shape;240;p65">
            <a:extLst>
              <a:ext uri="{FF2B5EF4-FFF2-40B4-BE49-F238E27FC236}">
                <a16:creationId xmlns:a16="http://schemas.microsoft.com/office/drawing/2014/main" id="{AB5810DA-CA88-96A8-6D56-8053FA9B3C97}"/>
              </a:ext>
            </a:extLst>
          </p:cNvPr>
          <p:cNvSpPr/>
          <p:nvPr userDrawn="1"/>
        </p:nvSpPr>
        <p:spPr>
          <a:xfrm rot="10800000">
            <a:off x="7160821" y="3978234"/>
            <a:ext cx="5031176" cy="2879764"/>
          </a:xfrm>
          <a:prstGeom prst="roundRect">
            <a:avLst>
              <a:gd name="adj" fmla="val 0"/>
            </a:avLst>
          </a:prstGeom>
          <a:gradFill>
            <a:gsLst>
              <a:gs pos="58000">
                <a:srgbClr val="000000">
                  <a:alpha val="0"/>
                </a:srgbClr>
              </a:gs>
              <a:gs pos="99000">
                <a:srgbClr val="000000">
                  <a:alpha val="84313"/>
                </a:srgbClr>
              </a:gs>
              <a:gs pos="100000">
                <a:srgbClr val="000000">
                  <a:alpha val="84313"/>
                </a:srgbClr>
              </a:gs>
            </a:gsLst>
            <a:lin ang="15000000" scaled="0"/>
          </a:gra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" name="Google Shape;239;p65">
            <a:extLst>
              <a:ext uri="{FF2B5EF4-FFF2-40B4-BE49-F238E27FC236}">
                <a16:creationId xmlns:a16="http://schemas.microsoft.com/office/drawing/2014/main" id="{B6D57F1B-516A-8568-E877-FD6134EDBC70}"/>
              </a:ext>
            </a:extLst>
          </p:cNvPr>
          <p:cNvSpPr/>
          <p:nvPr userDrawn="1"/>
        </p:nvSpPr>
        <p:spPr>
          <a:xfrm flipH="1">
            <a:off x="4049485" y="4429496"/>
            <a:ext cx="8142511" cy="2428505"/>
          </a:xfrm>
          <a:prstGeom prst="rect">
            <a:avLst/>
          </a:prstGeom>
          <a:gradFill>
            <a:gsLst>
              <a:gs pos="58000">
                <a:srgbClr val="000000">
                  <a:alpha val="0"/>
                </a:srgbClr>
              </a:gs>
              <a:gs pos="99000">
                <a:srgbClr val="000000">
                  <a:alpha val="50956"/>
                </a:srgbClr>
              </a:gs>
            </a:gsLst>
            <a:lin ang="66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p65"/>
          <p:cNvSpPr txBox="1">
            <a:spLocks noGrp="1"/>
          </p:cNvSpPr>
          <p:nvPr>
            <p:ph type="title" hasCustomPrompt="1"/>
          </p:nvPr>
        </p:nvSpPr>
        <p:spPr>
          <a:xfrm>
            <a:off x="831850" y="1439414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eorgia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sp>
        <p:nvSpPr>
          <p:cNvPr id="242" name="Google Shape;242;p65"/>
          <p:cNvSpPr txBox="1">
            <a:spLocks noGrp="1"/>
          </p:cNvSpPr>
          <p:nvPr>
            <p:ph type="body" idx="1"/>
          </p:nvPr>
        </p:nvSpPr>
        <p:spPr>
          <a:xfrm>
            <a:off x="831850" y="3558656"/>
            <a:ext cx="71691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None/>
              <a:tabLst/>
              <a:defRPr sz="2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4" name="Google Shape;244;p65"/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44216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0693FA-BAB2-1BE6-87B1-BCAD0977C171}"/>
              </a:ext>
            </a:extLst>
          </p:cNvPr>
          <p:cNvSpPr/>
          <p:nvPr userDrawn="1"/>
        </p:nvSpPr>
        <p:spPr>
          <a:xfrm>
            <a:off x="0" y="2768048"/>
            <a:ext cx="12192000" cy="2302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oogle Shape;61;p44">
            <a:extLst>
              <a:ext uri="{FF2B5EF4-FFF2-40B4-BE49-F238E27FC236}">
                <a16:creationId xmlns:a16="http://schemas.microsoft.com/office/drawing/2014/main" id="{FA343798-D87B-859F-2C10-B36718892B78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H="1">
            <a:off x="5634023" y="-2575363"/>
            <a:ext cx="3982615" cy="91333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46F34E-4ACD-BB78-1EF7-4E82B1EAA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0" name="Google Shape;188;p59">
            <a:extLst>
              <a:ext uri="{FF2B5EF4-FFF2-40B4-BE49-F238E27FC236}">
                <a16:creationId xmlns:a16="http://schemas.microsoft.com/office/drawing/2014/main" id="{CE89D0F8-FD01-802A-F837-9672F2C2E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581" y="2000544"/>
            <a:ext cx="2355732" cy="45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1" i="0">
                <a:solidFill>
                  <a:schemeClr val="dk1">
                    <a:alpha val="60000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195;p59">
            <a:extLst>
              <a:ext uri="{FF2B5EF4-FFF2-40B4-BE49-F238E27FC236}">
                <a16:creationId xmlns:a16="http://schemas.microsoft.com/office/drawing/2014/main" id="{B8920ADC-6750-9BDE-FFA8-E1A42F3952A3}"/>
              </a:ext>
            </a:extLst>
          </p:cNvPr>
          <p:cNvSpPr txBox="1">
            <a:spLocks noGrp="1"/>
          </p:cNvSpPr>
          <p:nvPr>
            <p:ph type="body" idx="8"/>
          </p:nvPr>
        </p:nvSpPr>
        <p:spPr>
          <a:xfrm>
            <a:off x="838581" y="3212983"/>
            <a:ext cx="2355732" cy="283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1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oogle Shape;188;p59">
            <a:extLst>
              <a:ext uri="{FF2B5EF4-FFF2-40B4-BE49-F238E27FC236}">
                <a16:creationId xmlns:a16="http://schemas.microsoft.com/office/drawing/2014/main" id="{3CA1A0D8-E065-C6B5-DC26-1022ABAE886C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3560238" y="2000544"/>
            <a:ext cx="2355732" cy="45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1" i="0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Google Shape;195;p59">
            <a:extLst>
              <a:ext uri="{FF2B5EF4-FFF2-40B4-BE49-F238E27FC236}">
                <a16:creationId xmlns:a16="http://schemas.microsoft.com/office/drawing/2014/main" id="{601800FA-6EB2-F542-0E25-75B33D5D6337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3560238" y="3212983"/>
            <a:ext cx="2355732" cy="283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4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Google Shape;188;p59">
            <a:extLst>
              <a:ext uri="{FF2B5EF4-FFF2-40B4-BE49-F238E27FC236}">
                <a16:creationId xmlns:a16="http://schemas.microsoft.com/office/drawing/2014/main" id="{4E5DBDE4-6F54-095C-F5E8-0514C33F9713}"/>
              </a:ext>
            </a:extLst>
          </p:cNvPr>
          <p:cNvSpPr txBox="1">
            <a:spLocks noGrp="1"/>
          </p:cNvSpPr>
          <p:nvPr>
            <p:ph type="body" idx="12"/>
          </p:nvPr>
        </p:nvSpPr>
        <p:spPr>
          <a:xfrm>
            <a:off x="8994317" y="2000544"/>
            <a:ext cx="2355731" cy="45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1" i="0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Google Shape;195;p59">
            <a:extLst>
              <a:ext uri="{FF2B5EF4-FFF2-40B4-BE49-F238E27FC236}">
                <a16:creationId xmlns:a16="http://schemas.microsoft.com/office/drawing/2014/main" id="{09C67709-0260-06BB-C04C-92F99E822076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8994317" y="3212983"/>
            <a:ext cx="2355731" cy="283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3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Google Shape;188;p59">
            <a:extLst>
              <a:ext uri="{FF2B5EF4-FFF2-40B4-BE49-F238E27FC236}">
                <a16:creationId xmlns:a16="http://schemas.microsoft.com/office/drawing/2014/main" id="{3956AA18-6FA3-20FF-9998-9D5A5D52E3DC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6281895" y="2000544"/>
            <a:ext cx="2355732" cy="45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 panose="020B0604020202020204" pitchFamily="34" charset="0"/>
              <a:buNone/>
              <a:tabLst/>
              <a:defRPr sz="1800" b="1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95;p59">
            <a:extLst>
              <a:ext uri="{FF2B5EF4-FFF2-40B4-BE49-F238E27FC236}">
                <a16:creationId xmlns:a16="http://schemas.microsoft.com/office/drawing/2014/main" id="{6DBB0FFD-D8B8-1357-9414-81A47309352D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6281895" y="3212983"/>
            <a:ext cx="2355732" cy="283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28600" lvl="0" indent="-22860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2"/>
              </a:buClr>
              <a:buSzPts val="1600"/>
              <a:buFont typeface="Arial"/>
              <a:buChar char="•"/>
              <a:tabLst/>
              <a:defRPr sz="1600" b="0" i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CB8FB1-C1E4-E7DB-0969-6D244C7D1BD9}"/>
              </a:ext>
            </a:extLst>
          </p:cNvPr>
          <p:cNvGrpSpPr/>
          <p:nvPr userDrawn="1"/>
        </p:nvGrpSpPr>
        <p:grpSpPr>
          <a:xfrm>
            <a:off x="662791" y="2549236"/>
            <a:ext cx="2706550" cy="501279"/>
            <a:chOff x="662791" y="2385359"/>
            <a:chExt cx="2706550" cy="50127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9E4122E-933C-38C5-51FB-D8A78160FE36}"/>
                </a:ext>
              </a:extLst>
            </p:cNvPr>
            <p:cNvSpPr/>
            <p:nvPr userDrawn="1"/>
          </p:nvSpPr>
          <p:spPr>
            <a:xfrm>
              <a:off x="662791" y="2604172"/>
              <a:ext cx="2706550" cy="2302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Google Shape;280;p70">
              <a:extLst>
                <a:ext uri="{FF2B5EF4-FFF2-40B4-BE49-F238E27FC236}">
                  <a16:creationId xmlns:a16="http://schemas.microsoft.com/office/drawing/2014/main" id="{B18E7CE8-7245-0274-97FC-5832CE15C0A2}"/>
                </a:ext>
              </a:extLst>
            </p:cNvPr>
            <p:cNvSpPr/>
            <p:nvPr userDrawn="1"/>
          </p:nvSpPr>
          <p:spPr>
            <a:xfrm>
              <a:off x="1848714" y="2551932"/>
              <a:ext cx="334706" cy="334706"/>
            </a:xfrm>
            <a:prstGeom prst="ellipse">
              <a:avLst/>
            </a:prstGeom>
            <a:solidFill>
              <a:schemeClr val="accent1"/>
            </a:solidFill>
            <a:ln w="254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 dirty="0">
                <a:solidFill>
                  <a:schemeClr val="lt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B25B3D9-869F-758D-1B0E-43727F53953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015000" y="2385359"/>
              <a:ext cx="0" cy="333925"/>
            </a:xfrm>
            <a:prstGeom prst="straightConnector1">
              <a:avLst/>
            </a:prstGeom>
            <a:ln w="25400"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C0CDA27-FB24-73EF-64AF-8802F96109AF}"/>
              </a:ext>
            </a:extLst>
          </p:cNvPr>
          <p:cNvGrpSpPr/>
          <p:nvPr userDrawn="1"/>
        </p:nvGrpSpPr>
        <p:grpSpPr>
          <a:xfrm>
            <a:off x="3369341" y="2549236"/>
            <a:ext cx="2718705" cy="501279"/>
            <a:chOff x="650636" y="2385359"/>
            <a:chExt cx="2718705" cy="50127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7278BB-88C0-8821-D558-3931A25E22B0}"/>
                </a:ext>
              </a:extLst>
            </p:cNvPr>
            <p:cNvSpPr/>
            <p:nvPr userDrawn="1"/>
          </p:nvSpPr>
          <p:spPr>
            <a:xfrm>
              <a:off x="650636" y="2604172"/>
              <a:ext cx="2718705" cy="23022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Google Shape;280;p70">
              <a:extLst>
                <a:ext uri="{FF2B5EF4-FFF2-40B4-BE49-F238E27FC236}">
                  <a16:creationId xmlns:a16="http://schemas.microsoft.com/office/drawing/2014/main" id="{9AF52D52-7F2B-4CA6-998F-F0AD2B3B3539}"/>
                </a:ext>
              </a:extLst>
            </p:cNvPr>
            <p:cNvSpPr/>
            <p:nvPr userDrawn="1"/>
          </p:nvSpPr>
          <p:spPr>
            <a:xfrm>
              <a:off x="1848714" y="2551932"/>
              <a:ext cx="334706" cy="334706"/>
            </a:xfrm>
            <a:prstGeom prst="ellipse">
              <a:avLst/>
            </a:prstGeom>
            <a:solidFill>
              <a:schemeClr val="accent4"/>
            </a:solidFill>
            <a:ln w="254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 dirty="0">
                <a:solidFill>
                  <a:schemeClr val="lt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45C93E5-433F-9B63-BE71-2F1DFA96EE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015000" y="2385359"/>
              <a:ext cx="0" cy="333925"/>
            </a:xfrm>
            <a:prstGeom prst="straightConnector1">
              <a:avLst/>
            </a:prstGeom>
            <a:ln w="25400">
              <a:solidFill>
                <a:schemeClr val="accent4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ACD43ED-9F81-CE64-7C4F-678647F99704}"/>
              </a:ext>
            </a:extLst>
          </p:cNvPr>
          <p:cNvGrpSpPr/>
          <p:nvPr userDrawn="1"/>
        </p:nvGrpSpPr>
        <p:grpSpPr>
          <a:xfrm>
            <a:off x="6088047" y="2549236"/>
            <a:ext cx="2718704" cy="501279"/>
            <a:chOff x="650637" y="2385359"/>
            <a:chExt cx="2718704" cy="501279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CF9F867-380D-88A9-B94E-D9A1A87B3A76}"/>
                </a:ext>
              </a:extLst>
            </p:cNvPr>
            <p:cNvSpPr/>
            <p:nvPr userDrawn="1"/>
          </p:nvSpPr>
          <p:spPr>
            <a:xfrm>
              <a:off x="650637" y="2604172"/>
              <a:ext cx="2718704" cy="2302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Google Shape;280;p70">
              <a:extLst>
                <a:ext uri="{FF2B5EF4-FFF2-40B4-BE49-F238E27FC236}">
                  <a16:creationId xmlns:a16="http://schemas.microsoft.com/office/drawing/2014/main" id="{CAB8D657-3DC1-5B48-B2E1-44EC36765E06}"/>
                </a:ext>
              </a:extLst>
            </p:cNvPr>
            <p:cNvSpPr/>
            <p:nvPr userDrawn="1"/>
          </p:nvSpPr>
          <p:spPr>
            <a:xfrm>
              <a:off x="1848714" y="2551932"/>
              <a:ext cx="334706" cy="334706"/>
            </a:xfrm>
            <a:prstGeom prst="ellipse">
              <a:avLst/>
            </a:prstGeom>
            <a:solidFill>
              <a:schemeClr val="tx1"/>
            </a:solidFill>
            <a:ln w="254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 dirty="0">
                <a:solidFill>
                  <a:schemeClr val="lt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F94AB81-35B4-0194-BB00-4347ED14C20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015000" y="2385359"/>
              <a:ext cx="0" cy="33392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532FA88-2690-1013-F62A-BDD1CAFFE43C}"/>
              </a:ext>
            </a:extLst>
          </p:cNvPr>
          <p:cNvGrpSpPr/>
          <p:nvPr userDrawn="1"/>
        </p:nvGrpSpPr>
        <p:grpSpPr>
          <a:xfrm>
            <a:off x="8806750" y="2549236"/>
            <a:ext cx="2718707" cy="501279"/>
            <a:chOff x="650634" y="2385359"/>
            <a:chExt cx="2718707" cy="501279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5678BD7-9336-3687-7B08-42BD1FE85AFA}"/>
                </a:ext>
              </a:extLst>
            </p:cNvPr>
            <p:cNvSpPr/>
            <p:nvPr userDrawn="1"/>
          </p:nvSpPr>
          <p:spPr>
            <a:xfrm>
              <a:off x="650634" y="2604172"/>
              <a:ext cx="2718707" cy="23022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Google Shape;280;p70">
              <a:extLst>
                <a:ext uri="{FF2B5EF4-FFF2-40B4-BE49-F238E27FC236}">
                  <a16:creationId xmlns:a16="http://schemas.microsoft.com/office/drawing/2014/main" id="{7CE178BE-B6C3-8CB2-4799-1C0468866306}"/>
                </a:ext>
              </a:extLst>
            </p:cNvPr>
            <p:cNvSpPr/>
            <p:nvPr userDrawn="1"/>
          </p:nvSpPr>
          <p:spPr>
            <a:xfrm>
              <a:off x="1848714" y="2551932"/>
              <a:ext cx="334706" cy="334706"/>
            </a:xfrm>
            <a:prstGeom prst="ellipse">
              <a:avLst/>
            </a:prstGeom>
            <a:solidFill>
              <a:schemeClr val="accent3"/>
            </a:solidFill>
            <a:ln w="25400" cap="flat" cmpd="sng">
              <a:solidFill>
                <a:schemeClr val="bg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 dirty="0">
                <a:solidFill>
                  <a:schemeClr val="lt1"/>
                </a:solidFill>
                <a:latin typeface="Century Gothic" panose="020B0502020202020204" pitchFamily="34" charset="0"/>
                <a:ea typeface="Century Gothic"/>
                <a:cs typeface="Century Gothic"/>
                <a:sym typeface="Century Gothic"/>
              </a:endParaRP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F017E948-3618-C513-88DF-FF6278DEB57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015000" y="2385359"/>
              <a:ext cx="0" cy="333925"/>
            </a:xfrm>
            <a:prstGeom prst="straightConnector1">
              <a:avLst/>
            </a:prstGeom>
            <a:ln w="25400">
              <a:solidFill>
                <a:schemeClr val="accent3"/>
              </a:solidFill>
              <a:tailEnd type="oval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57374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ection Header" preserve="1">
  <p:cSld name="8_Section Header">
    <p:bg>
      <p:bgPr>
        <a:solidFill>
          <a:schemeClr val="tx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7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5022846" y="-1"/>
            <a:ext cx="7169151" cy="53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75"/>
          <p:cNvSpPr txBox="1">
            <a:spLocks noGrp="1"/>
          </p:cNvSpPr>
          <p:nvPr>
            <p:ph type="title" hasCustomPrompt="1"/>
          </p:nvPr>
        </p:nvSpPr>
        <p:spPr>
          <a:xfrm>
            <a:off x="1358485" y="2383291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37" name="Google Shape;337;p75" descr="A blue and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066774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Section Header" preserve="1">
  <p:cSld name="8_Section Header">
    <p:bg>
      <p:bgPr>
        <a:solidFill>
          <a:schemeClr val="tx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black background&#10;&#10;AI-generated content may be incorrect.">
            <a:extLst>
              <a:ext uri="{FF2B5EF4-FFF2-40B4-BE49-F238E27FC236}">
                <a16:creationId xmlns:a16="http://schemas.microsoft.com/office/drawing/2014/main" id="{68EAF9E5-15D7-D93A-958F-F6E7336A7D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9777" r="2977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336" name="Google Shape;336;p7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5022846" y="-1"/>
            <a:ext cx="7169151" cy="53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75"/>
          <p:cNvSpPr txBox="1">
            <a:spLocks noGrp="1"/>
          </p:cNvSpPr>
          <p:nvPr>
            <p:ph type="title" hasCustomPrompt="1"/>
          </p:nvPr>
        </p:nvSpPr>
        <p:spPr>
          <a:xfrm>
            <a:off x="1358485" y="2383291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38" name="Google Shape;338;p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64585" y="6120365"/>
            <a:ext cx="1297704" cy="5479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6114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Section Header" preserve="1">
  <p:cSld name="8_Section Header">
    <p:bg>
      <p:bgPr>
        <a:solidFill>
          <a:schemeClr val="bg1"/>
        </a:solidFill>
        <a:effectLst/>
      </p:bgPr>
    </p:bg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7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5022846" y="-1"/>
            <a:ext cx="7169151" cy="53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75"/>
          <p:cNvSpPr txBox="1">
            <a:spLocks noGrp="1"/>
          </p:cNvSpPr>
          <p:nvPr>
            <p:ph type="title" hasCustomPrompt="1"/>
          </p:nvPr>
        </p:nvSpPr>
        <p:spPr>
          <a:xfrm>
            <a:off x="1358485" y="2383291"/>
            <a:ext cx="7169150" cy="2091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Georgia"/>
              <a:buNone/>
              <a:defRPr sz="5400">
                <a:solidFill>
                  <a:schemeClr val="tx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add title</a:t>
            </a:r>
            <a:endParaRPr dirty="0"/>
          </a:p>
        </p:txBody>
      </p:sp>
      <p:pic>
        <p:nvPicPr>
          <p:cNvPr id="337" name="Google Shape;337;p75" descr="A blue and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87BA2BD-372C-01DC-26C3-F889D67CF1C3}"/>
              </a:ext>
            </a:extLst>
          </p:cNvPr>
          <p:cNvSpPr/>
          <p:nvPr userDrawn="1"/>
        </p:nvSpPr>
        <p:spPr>
          <a:xfrm>
            <a:off x="743578" y="6390751"/>
            <a:ext cx="3014506" cy="291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459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letters on a black background&#10;&#10;Description automatically generated">
            <a:extLst>
              <a:ext uri="{FF2B5EF4-FFF2-40B4-BE49-F238E27FC236}">
                <a16:creationId xmlns:a16="http://schemas.microsoft.com/office/drawing/2014/main" id="{C48B4D56-A3AB-4450-63B5-F89301C942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17" y="6267105"/>
            <a:ext cx="1021976" cy="351857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2D60A2E3-25E6-50F1-E575-EBEE117CBD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767778" y="6267105"/>
            <a:ext cx="2167273" cy="351857"/>
          </a:xfrm>
        </p:spPr>
        <p:txBody>
          <a:bodyPr/>
          <a:lstStyle>
            <a:lvl1pPr>
              <a:defRPr sz="70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fld id="{6897168D-9EDF-4D20-8482-20453ACE972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2">
            <a:extLst>
              <a:ext uri="{FF2B5EF4-FFF2-40B4-BE49-F238E27FC236}">
                <a16:creationId xmlns:a16="http://schemas.microsoft.com/office/drawing/2014/main" id="{711FB648-2FB2-38AD-8FBB-9906071F5AC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9481" y="1623022"/>
            <a:ext cx="7134284" cy="426678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pPr lvl="0"/>
            <a:r>
              <a:rPr lang="en-US" dirty="0"/>
              <a:t>Type here to add text</a:t>
            </a:r>
          </a:p>
        </p:txBody>
      </p:sp>
      <p:sp>
        <p:nvSpPr>
          <p:cNvPr id="7" name="Text Placeholder 22">
            <a:extLst>
              <a:ext uri="{FF2B5EF4-FFF2-40B4-BE49-F238E27FC236}">
                <a16:creationId xmlns:a16="http://schemas.microsoft.com/office/drawing/2014/main" id="{C9D1B197-8F68-3BB7-E8EA-591F4103E9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9481" y="720412"/>
            <a:ext cx="7134284" cy="584776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  <a:latin typeface="Century Gothic" panose="020B0502020202020204" pitchFamily="34" charset="0"/>
                <a:ea typeface="Noto Serif" panose="02020502060505020204" pitchFamily="18" charset="0"/>
                <a:cs typeface="Noto Serif" panose="02020502060505020204" pitchFamily="18" charset="0"/>
              </a:defRPr>
            </a:lvl1pPr>
          </a:lstStyle>
          <a:p>
            <a:pPr lvl="0"/>
            <a:r>
              <a:rPr lang="en-US" dirty="0"/>
              <a:t>Type here to add text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74EDF3-AFD7-E50A-2286-BAA64218BB08}"/>
              </a:ext>
            </a:extLst>
          </p:cNvPr>
          <p:cNvSpPr/>
          <p:nvPr userDrawn="1"/>
        </p:nvSpPr>
        <p:spPr>
          <a:xfrm>
            <a:off x="0" y="1"/>
            <a:ext cx="12192000" cy="212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636484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Quote">
    <p:bg>
      <p:bgPr>
        <a:solidFill>
          <a:srgbClr val="DFD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A82B5DA-41DB-E24A-B0D9-4591B6D4B7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3295" y="463297"/>
            <a:ext cx="11277600" cy="47945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5200" b="1" i="1" u="none" strike="noStrike" kern="0" spc="0" baseline="0" smtClean="0">
                <a:solidFill>
                  <a:schemeClr val="accent4"/>
                </a:solidFill>
                <a:effectLst/>
              </a:defRPr>
            </a:lvl1pPr>
          </a:lstStyle>
          <a:p>
            <a:r>
              <a:rPr lang="en-US"/>
              <a:t>“Click to add quote”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858C02-F743-624B-ACFA-45DCD25D40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Vizient Presentation  │  2025  │  Confidential Information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F0E0E7-92F6-D240-89EC-C004F9D95D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D42ABE-EA05-4842-819E-2C916F1CD4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9F90A1-2918-974F-9E99-81F5F4FEEB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3552" y="5269475"/>
            <a:ext cx="6242049" cy="379656"/>
          </a:xfrm>
        </p:spPr>
        <p:txBody>
          <a:bodyPr>
            <a:spAutoFit/>
          </a:bodyPr>
          <a:lstStyle>
            <a:lvl1pPr>
              <a:defRPr sz="1867" b="0" i="1"/>
            </a:lvl1pPr>
          </a:lstStyle>
          <a:p>
            <a:pPr lvl="0"/>
            <a:r>
              <a:rPr lang="en-US"/>
              <a:t>Click to add attribution</a:t>
            </a:r>
          </a:p>
        </p:txBody>
      </p:sp>
    </p:spTree>
    <p:extLst>
      <p:ext uri="{BB962C8B-B14F-4D97-AF65-F5344CB8AC3E}">
        <p14:creationId xmlns:p14="http://schemas.microsoft.com/office/powerpoint/2010/main" val="1494353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FB1E95B4-BB9D-4F39-9498-69955C47358F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0918" y="1706034"/>
            <a:ext cx="3560233" cy="3924300"/>
          </a:xfrm>
        </p:spPr>
        <p:txBody>
          <a:bodyPr/>
          <a:lstStyle/>
          <a:p>
            <a:pPr lvl="0"/>
            <a:r>
              <a:rPr lang="en-US"/>
              <a:t>Click to add text or image</a:t>
            </a:r>
          </a:p>
          <a:p>
            <a:pPr lvl="1"/>
            <a:r>
              <a:rPr lang="en-US"/>
              <a:t>Level one</a:t>
            </a:r>
          </a:p>
          <a:p>
            <a:pPr lvl="2"/>
            <a:r>
              <a:rPr lang="en-US"/>
              <a:t>Level two</a:t>
            </a:r>
          </a:p>
          <a:p>
            <a:pPr lvl="3"/>
            <a:r>
              <a:rPr lang="en-US"/>
              <a:t>Level three</a:t>
            </a:r>
          </a:p>
          <a:p>
            <a:pPr lvl="4"/>
            <a:r>
              <a:rPr lang="en-US"/>
              <a:t>Level four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718DD3-8705-4ED7-9177-937585ED566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18000" y="1706034"/>
            <a:ext cx="3556000" cy="3924300"/>
          </a:xfrm>
        </p:spPr>
        <p:txBody>
          <a:bodyPr/>
          <a:lstStyle/>
          <a:p>
            <a:pPr lvl="0"/>
            <a:r>
              <a:rPr lang="en-US"/>
              <a:t>Click to add text or image</a:t>
            </a:r>
          </a:p>
          <a:p>
            <a:pPr lvl="1"/>
            <a:r>
              <a:rPr lang="en-US"/>
              <a:t>Level one</a:t>
            </a:r>
          </a:p>
          <a:p>
            <a:pPr lvl="2"/>
            <a:r>
              <a:rPr lang="en-US"/>
              <a:t>Level two</a:t>
            </a:r>
          </a:p>
          <a:p>
            <a:pPr lvl="3"/>
            <a:r>
              <a:rPr lang="en-US"/>
              <a:t>Level three</a:t>
            </a:r>
          </a:p>
          <a:p>
            <a:pPr lvl="4"/>
            <a:r>
              <a:rPr lang="en-US"/>
              <a:t>Level four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DBE8D3-59DA-4237-A8B3-1B038C22FE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1706034"/>
            <a:ext cx="3556000" cy="3924300"/>
          </a:xfrm>
        </p:spPr>
        <p:txBody>
          <a:bodyPr/>
          <a:lstStyle/>
          <a:p>
            <a:pPr lvl="0"/>
            <a:r>
              <a:rPr lang="en-US"/>
              <a:t>Click to add text or image</a:t>
            </a:r>
          </a:p>
          <a:p>
            <a:pPr lvl="1"/>
            <a:r>
              <a:rPr lang="en-US"/>
              <a:t>Level one</a:t>
            </a:r>
          </a:p>
          <a:p>
            <a:pPr lvl="2"/>
            <a:r>
              <a:rPr lang="en-US"/>
              <a:t>Level two</a:t>
            </a:r>
          </a:p>
          <a:p>
            <a:pPr lvl="3"/>
            <a:r>
              <a:rPr lang="en-US"/>
              <a:t>Level three</a:t>
            </a:r>
          </a:p>
          <a:p>
            <a:pPr lvl="4"/>
            <a:r>
              <a:rPr lang="en-US"/>
              <a:t>Level four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6BDAC-189E-194A-B986-DE36BB13837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Vizient Presentation  │  2025  │  Confidential Information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185E7-332C-BF4A-806E-1F6C7728AE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D42ABE-EA05-4842-819E-2C916F1CD4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50E255-6E89-A24C-9D86-6757AAA2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8816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3293" y="1706880"/>
            <a:ext cx="11277600" cy="3931920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/>
              <a:t>Click to add text or image</a:t>
            </a:r>
          </a:p>
          <a:p>
            <a:pPr lvl="1"/>
            <a:r>
              <a:rPr lang="en-US"/>
              <a:t>Level one</a:t>
            </a:r>
          </a:p>
          <a:p>
            <a:pPr lvl="2"/>
            <a:r>
              <a:rPr lang="en-US"/>
              <a:t>Level two</a:t>
            </a:r>
          </a:p>
          <a:p>
            <a:pPr lvl="3"/>
            <a:r>
              <a:rPr lang="en-US"/>
              <a:t>Level three</a:t>
            </a:r>
          </a:p>
          <a:p>
            <a:pPr lvl="4"/>
            <a:r>
              <a:rPr lang="en-US"/>
              <a:t>Level four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3469563-2C70-6642-9FFD-119CCB5E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CC56068D-0219-4E05-BC10-56FE35DDD8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97280" y="6364224"/>
            <a:ext cx="6876288" cy="182880"/>
          </a:xfrm>
        </p:spPr>
        <p:txBody>
          <a:bodyPr/>
          <a:lstStyle/>
          <a:p>
            <a:r>
              <a:rPr lang="en-US" dirty="0"/>
              <a:t>Vizient Presentation  │  2025  │  Confidential Information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F836535-AD5A-4FE9-98A6-137FCC835D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63296" y="6361971"/>
            <a:ext cx="466165" cy="181771"/>
          </a:xfrm>
        </p:spPr>
        <p:txBody>
          <a:bodyPr/>
          <a:lstStyle/>
          <a:p>
            <a:fld id="{C0D42ABE-EA05-4842-819E-2C916F1CD48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4460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-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E6191C-940D-4E35-94EE-A4313147A1A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0918" y="1706034"/>
            <a:ext cx="3560233" cy="3924300"/>
          </a:xfrm>
        </p:spPr>
        <p:txBody>
          <a:bodyPr/>
          <a:lstStyle/>
          <a:p>
            <a:pPr lvl="0"/>
            <a:r>
              <a:rPr lang="en-US"/>
              <a:t>Click to add text or image</a:t>
            </a:r>
          </a:p>
          <a:p>
            <a:pPr lvl="1"/>
            <a:r>
              <a:rPr lang="en-US"/>
              <a:t>Level one</a:t>
            </a:r>
          </a:p>
          <a:p>
            <a:pPr lvl="2"/>
            <a:r>
              <a:rPr lang="en-US"/>
              <a:t>Level two</a:t>
            </a:r>
          </a:p>
          <a:p>
            <a:pPr lvl="3"/>
            <a:r>
              <a:rPr lang="en-US"/>
              <a:t>Level three</a:t>
            </a:r>
          </a:p>
          <a:p>
            <a:pPr lvl="4"/>
            <a:r>
              <a:rPr lang="en-US"/>
              <a:t>Level four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268492-B346-417B-861F-0A78ED77C76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1706034"/>
            <a:ext cx="7416800" cy="39243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or image</a:t>
            </a:r>
          </a:p>
          <a:p>
            <a:pPr lvl="1"/>
            <a:r>
              <a:rPr lang="en-US"/>
              <a:t>Level one</a:t>
            </a:r>
          </a:p>
          <a:p>
            <a:pPr lvl="2"/>
            <a:r>
              <a:rPr lang="en-US"/>
              <a:t>Level two</a:t>
            </a:r>
          </a:p>
          <a:p>
            <a:pPr lvl="3"/>
            <a:r>
              <a:rPr lang="en-US"/>
              <a:t>Level three</a:t>
            </a:r>
          </a:p>
          <a:p>
            <a:pPr lvl="4"/>
            <a:r>
              <a:rPr lang="en-US"/>
              <a:t>Level four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6BDAC-189E-194A-B986-DE36BB13837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Vizient Presentation  │  2025  │  Confidential Information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4185E7-332C-BF4A-806E-1F6C7728AE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D42ABE-EA05-4842-819E-2C916F1CD48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F50E255-6E89-A24C-9D86-6757AAA24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9527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351DB-6F80-DA2B-F653-DD8713AD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7C486F-D536-6F1E-6CDE-3237B2C4A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Google Shape;13;p40">
            <a:extLst>
              <a:ext uri="{FF2B5EF4-FFF2-40B4-BE49-F238E27FC236}">
                <a16:creationId xmlns:a16="http://schemas.microsoft.com/office/drawing/2014/main" id="{80D6629B-2CA4-545F-504F-925C82AB07D0}"/>
              </a:ext>
            </a:extLst>
          </p:cNvPr>
          <p:cNvSpPr txBox="1"/>
          <p:nvPr userDrawn="1"/>
        </p:nvSpPr>
        <p:spPr>
          <a:xfrm>
            <a:off x="838200" y="6424753"/>
            <a:ext cx="38227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 dirty="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Confidential   |   For internal use only   |   </a:t>
            </a:r>
            <a:fld id="{00000000-1234-1234-1234-123412341234}" type="slidenum">
              <a:rPr lang="en-US" sz="900" b="0" i="0" u="none" strike="noStrike" cap="non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 dirty="0">
              <a:solidFill>
                <a:srgbClr val="7F7F7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" name="Google Shape;14;p40" descr="A blue and black background&#10;&#10;Description automatically generated">
            <a:extLst>
              <a:ext uri="{FF2B5EF4-FFF2-40B4-BE49-F238E27FC236}">
                <a16:creationId xmlns:a16="http://schemas.microsoft.com/office/drawing/2014/main" id="{1A72F3A5-4E0D-4CA2-FCBC-998077038775}"/>
              </a:ext>
            </a:extLst>
          </p:cNvPr>
          <p:cNvPicPr preferRelativeResize="0"/>
          <p:nvPr userDrawn="1"/>
        </p:nvPicPr>
        <p:blipFill rotWithShape="1">
          <a:blip r:embed="rId54">
            <a:alphaModFix/>
          </a:blip>
          <a:srcRect l="88493" t="7481" r="5700" b="50297"/>
          <a:stretch/>
        </p:blipFill>
        <p:spPr>
          <a:xfrm rot="-5400000">
            <a:off x="6038851" y="704848"/>
            <a:ext cx="114299" cy="12192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AD9FD40-DEA8-A99C-932E-95ADE6C00238}"/>
              </a:ext>
            </a:extLst>
          </p:cNvPr>
          <p:cNvPicPr>
            <a:picLocks noChangeAspect="1"/>
          </p:cNvPicPr>
          <p:nvPr userDrawn="1"/>
        </p:nvPicPr>
        <p:blipFill>
          <a:blip r:embed="rId55"/>
          <a:stretch>
            <a:fillRect/>
          </a:stretch>
        </p:blipFill>
        <p:spPr>
          <a:xfrm>
            <a:off x="10265103" y="6204389"/>
            <a:ext cx="1106630" cy="38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System Font Regular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System Font Regular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E5C4CC-B0D7-6CBF-F084-E9935B227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905" y="365125"/>
            <a:ext cx="11882095" cy="885705"/>
          </a:xfrm>
        </p:spPr>
        <p:txBody>
          <a:bodyPr/>
          <a:lstStyle/>
          <a:p>
            <a:r>
              <a:rPr lang="en-US" sz="2400" dirty="0">
                <a:solidFill>
                  <a:prstClr val="black"/>
                </a:solidFill>
                <a:latin typeface="+mj-lt"/>
                <a:cs typeface="Arial"/>
              </a:rPr>
              <a:t>EHC Premier Academic Partner Alignments- Final (updated 2/11/26 by CNOs)</a:t>
            </a:r>
            <a:br>
              <a:rPr lang="en-US" sz="2400" dirty="0">
                <a:solidFill>
                  <a:prstClr val="black"/>
                </a:solidFill>
                <a:latin typeface="+mj-lt"/>
              </a:rPr>
            </a:br>
            <a:endParaRPr lang="en-US" sz="2400" dirty="0"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234AC05-4DB3-1AF6-E8BC-ECBB86F70715}"/>
              </a:ext>
            </a:extLst>
          </p:cNvPr>
          <p:cNvGraphicFramePr>
            <a:graphicFrameLocks noGrp="1"/>
          </p:cNvGraphicFramePr>
          <p:nvPr/>
        </p:nvGraphicFramePr>
        <p:xfrm>
          <a:off x="154952" y="1061050"/>
          <a:ext cx="11882095" cy="50890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914704">
                  <a:extLst>
                    <a:ext uri="{9D8B030D-6E8A-4147-A177-3AD203B41FA5}">
                      <a16:colId xmlns:a16="http://schemas.microsoft.com/office/drawing/2014/main" val="1690189942"/>
                    </a:ext>
                  </a:extLst>
                </a:gridCol>
                <a:gridCol w="1470550">
                  <a:extLst>
                    <a:ext uri="{9D8B030D-6E8A-4147-A177-3AD203B41FA5}">
                      <a16:colId xmlns:a16="http://schemas.microsoft.com/office/drawing/2014/main" val="311626666"/>
                    </a:ext>
                  </a:extLst>
                </a:gridCol>
                <a:gridCol w="1973759">
                  <a:extLst>
                    <a:ext uri="{9D8B030D-6E8A-4147-A177-3AD203B41FA5}">
                      <a16:colId xmlns:a16="http://schemas.microsoft.com/office/drawing/2014/main" val="3448915280"/>
                    </a:ext>
                  </a:extLst>
                </a:gridCol>
                <a:gridCol w="1924318">
                  <a:extLst>
                    <a:ext uri="{9D8B030D-6E8A-4147-A177-3AD203B41FA5}">
                      <a16:colId xmlns:a16="http://schemas.microsoft.com/office/drawing/2014/main" val="259854633"/>
                    </a:ext>
                  </a:extLst>
                </a:gridCol>
                <a:gridCol w="1924318">
                  <a:extLst>
                    <a:ext uri="{9D8B030D-6E8A-4147-A177-3AD203B41FA5}">
                      <a16:colId xmlns:a16="http://schemas.microsoft.com/office/drawing/2014/main" val="193227051"/>
                    </a:ext>
                  </a:extLst>
                </a:gridCol>
                <a:gridCol w="1674446">
                  <a:extLst>
                    <a:ext uri="{9D8B030D-6E8A-4147-A177-3AD203B41FA5}">
                      <a16:colId xmlns:a16="http://schemas.microsoft.com/office/drawing/2014/main" val="4070287318"/>
                    </a:ext>
                  </a:extLst>
                </a:gridCol>
              </a:tblGrid>
              <a:tr h="299804">
                <a:tc>
                  <a:txBody>
                    <a:bodyPr/>
                    <a:lstStyle/>
                    <a:p>
                      <a:r>
                        <a:rPr lang="en-US" sz="1300" dirty="0"/>
                        <a:t>Facility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 gridSpan="5">
                  <a:txBody>
                    <a:bodyPr/>
                    <a:lstStyle/>
                    <a:p>
                      <a:r>
                        <a:rPr lang="en-US" sz="1300" dirty="0"/>
                        <a:t>Regional Alignments</a:t>
                      </a:r>
                      <a:endParaRPr lang="en-US" sz="1200" i="1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797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r>
                        <a:rPr lang="en-US" sz="1300" dirty="0"/>
                        <a:t>Emory Saint Joseph (confirmed 2/3 by Julie)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Chamberlain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300" dirty="0"/>
                        <a:t>KSU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Mercer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0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900712036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r>
                        <a:rPr lang="en-US" sz="1300" dirty="0"/>
                        <a:t>Emory Decatur* (confirmed 2/10 by Edna)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GSU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Chamberlain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>
                        <a:highlight>
                          <a:srgbClr val="FFFF00"/>
                        </a:highlight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221409454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300" dirty="0"/>
                        <a:t>Emory Hillandale (confirmed 2/10 by Edna)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300" dirty="0"/>
                        <a:t>Chamberlain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986986428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r>
                        <a:rPr lang="en-US" sz="1300" dirty="0"/>
                        <a:t>Emory LTAC (confirmed 2/10 by Edna)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GSU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 gridSpan="2"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 hMerge="1"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817025366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r>
                        <a:rPr lang="en-US" sz="1300" dirty="0"/>
                        <a:t>Emory University Hospital Midtown (confirmed 2/2 by Tawanda)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KSU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GSU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Mercer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300" dirty="0"/>
                        <a:t>Chamberlain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57302054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r>
                        <a:rPr lang="en-US" sz="1300" dirty="0"/>
                        <a:t>Emory University Hospital (confirmed 1/26 by Rob)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GSU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Chamberlain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13428756"/>
                  </a:ext>
                </a:extLst>
              </a:tr>
              <a:tr h="504840">
                <a:tc>
                  <a:txBody>
                    <a:bodyPr/>
                    <a:lstStyle/>
                    <a:p>
                      <a:r>
                        <a:rPr lang="en-US" sz="1300" dirty="0"/>
                        <a:t>Emory University Orthopedics &amp; Spine  (confirmed 1/26 by Rob)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Mercer</a:t>
                      </a:r>
                    </a:p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Chamberlain</a:t>
                      </a:r>
                    </a:p>
                    <a:p>
                      <a:pPr algn="l"/>
                      <a:endParaRPr lang="en-US" sz="1200" i="1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176578114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r>
                        <a:rPr lang="en-US" sz="1300" dirty="0"/>
                        <a:t>Emory Clinic (confirmed by Karla &amp; Lenekia 2/11)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KSU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GSU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18603336"/>
                  </a:ext>
                </a:extLst>
              </a:tr>
              <a:tr h="458495">
                <a:tc>
                  <a:txBody>
                    <a:bodyPr/>
                    <a:lstStyle/>
                    <a:p>
                      <a:r>
                        <a:rPr lang="en-US" sz="1300" dirty="0"/>
                        <a:t>Emory Johns Creek (confirmed 2/9 by Heather)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3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Emory</a:t>
                      </a: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r Bold"/>
                        <a:ea typeface="+mn-ea"/>
                        <a:cs typeface="+mn-cs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Univ of North GA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Mercer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Chamberlain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dirty="0"/>
                        <a:t>GA Gwinnett College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135808912"/>
                  </a:ext>
                </a:extLst>
              </a:tr>
              <a:tr h="504840">
                <a:tc>
                  <a:txBody>
                    <a:bodyPr/>
                    <a:lstStyle/>
                    <a:p>
                      <a:r>
                        <a:rPr lang="en-US" sz="1300" dirty="0"/>
                        <a:t>Emory Warner Robins/Perry (confirmed 1/28 by Shellisa)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Emory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Middle Georgia State University 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Central Georgia Tech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Fort Valley State University 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Georgia College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612979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183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799C797-E8B0-4179-6BF4-87C8489CE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" y="136525"/>
            <a:ext cx="11881104" cy="1325563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+mj-lt"/>
                <a:ea typeface="Inter Bold" pitchFamily="34" charset="-122"/>
                <a:cs typeface="Inter Bold" pitchFamily="34" charset="-120"/>
              </a:rPr>
              <a:t>Strategic Academic Partners/Recruitment- Updated 2/4/26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EE4A2D8-7812-D7B3-EA39-73ABBB34F68E}"/>
              </a:ext>
            </a:extLst>
          </p:cNvPr>
          <p:cNvGraphicFramePr>
            <a:graphicFrameLocks noGrp="1"/>
          </p:cNvGraphicFramePr>
          <p:nvPr/>
        </p:nvGraphicFramePr>
        <p:xfrm>
          <a:off x="391077" y="1326455"/>
          <a:ext cx="5985869" cy="499285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23445">
                  <a:extLst>
                    <a:ext uri="{9D8B030D-6E8A-4147-A177-3AD203B41FA5}">
                      <a16:colId xmlns:a16="http://schemas.microsoft.com/office/drawing/2014/main" val="2835076508"/>
                    </a:ext>
                  </a:extLst>
                </a:gridCol>
                <a:gridCol w="2862424">
                  <a:extLst>
                    <a:ext uri="{9D8B030D-6E8A-4147-A177-3AD203B41FA5}">
                      <a16:colId xmlns:a16="http://schemas.microsoft.com/office/drawing/2014/main" val="3167061141"/>
                    </a:ext>
                  </a:extLst>
                </a:gridCol>
              </a:tblGrid>
              <a:tr h="361045">
                <a:tc>
                  <a:txBody>
                    <a:bodyPr/>
                    <a:lstStyle/>
                    <a:p>
                      <a:r>
                        <a:rPr lang="en-US" sz="1300" dirty="0"/>
                        <a:t>Premier (Tier 1)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Preferred (Tier 2)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50424354"/>
                  </a:ext>
                </a:extLst>
              </a:tr>
              <a:tr h="361045">
                <a:tc>
                  <a:txBody>
                    <a:bodyPr/>
                    <a:lstStyle/>
                    <a:p>
                      <a:r>
                        <a:rPr lang="en-US" sz="1300" dirty="0"/>
                        <a:t>Emory University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Albany State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841237038"/>
                  </a:ext>
                </a:extLst>
              </a:tr>
              <a:tr h="440238">
                <a:tc>
                  <a:txBody>
                    <a:bodyPr/>
                    <a:lstStyle/>
                    <a:p>
                      <a:r>
                        <a:rPr lang="en-US" sz="1300" dirty="0"/>
                        <a:t>KSU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Auburn</a:t>
                      </a:r>
                    </a:p>
                    <a:p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612911816"/>
                  </a:ext>
                </a:extLst>
              </a:tr>
              <a:tr h="361045">
                <a:tc>
                  <a:txBody>
                    <a:bodyPr/>
                    <a:lstStyle/>
                    <a:p>
                      <a:r>
                        <a:rPr lang="en-US" sz="1300" dirty="0"/>
                        <a:t>Mercer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Brenau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1766703902"/>
                  </a:ext>
                </a:extLst>
              </a:tr>
              <a:tr h="623172">
                <a:tc>
                  <a:txBody>
                    <a:bodyPr/>
                    <a:lstStyle/>
                    <a:p>
                      <a:r>
                        <a:rPr lang="en-US" sz="1300" dirty="0"/>
                        <a:t>GSU (including Perimeter)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GA Southern 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819431735"/>
                  </a:ext>
                </a:extLst>
              </a:tr>
              <a:tr h="623172">
                <a:tc>
                  <a:txBody>
                    <a:bodyPr/>
                    <a:lstStyle/>
                    <a:p>
                      <a:r>
                        <a:rPr lang="en-US" sz="1300" dirty="0"/>
                        <a:t>Middle GA State University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University of West GA</a:t>
                      </a:r>
                    </a:p>
                    <a:p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903033735"/>
                  </a:ext>
                </a:extLst>
              </a:tr>
              <a:tr h="361045">
                <a:tc>
                  <a:txBody>
                    <a:bodyPr/>
                    <a:lstStyle/>
                    <a:p>
                      <a:r>
                        <a:rPr lang="en-US" sz="1300" dirty="0"/>
                        <a:t>Central GA Tech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Clemson University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4214423538"/>
                  </a:ext>
                </a:extLst>
              </a:tr>
              <a:tr h="361045">
                <a:tc>
                  <a:txBody>
                    <a:bodyPr/>
                    <a:lstStyle/>
                    <a:p>
                      <a:r>
                        <a:rPr lang="en-US" sz="1300" dirty="0"/>
                        <a:t>Chamberlain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Augusta University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374914698"/>
                  </a:ext>
                </a:extLst>
              </a:tr>
              <a:tr h="361045">
                <a:tc>
                  <a:txBody>
                    <a:bodyPr/>
                    <a:lstStyle/>
                    <a:p>
                      <a:r>
                        <a:rPr lang="en-US" sz="1300" dirty="0"/>
                        <a:t>University North GA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216889972"/>
                  </a:ext>
                </a:extLst>
              </a:tr>
              <a:tr h="361045">
                <a:tc>
                  <a:txBody>
                    <a:bodyPr/>
                    <a:lstStyle/>
                    <a:p>
                      <a:r>
                        <a:rPr lang="en-US" sz="1300" dirty="0"/>
                        <a:t>Fort Valley State University 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3111339913"/>
                  </a:ext>
                </a:extLst>
              </a:tr>
              <a:tr h="4402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GA College &amp; State University</a:t>
                      </a:r>
                    </a:p>
                    <a:p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666001838"/>
                  </a:ext>
                </a:extLst>
              </a:tr>
              <a:tr h="255622">
                <a:tc>
                  <a:txBody>
                    <a:bodyPr/>
                    <a:lstStyle/>
                    <a:p>
                      <a:r>
                        <a:rPr lang="en-US" sz="1300" dirty="0"/>
                        <a:t>GA Gwinnett College</a:t>
                      </a:r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endParaRPr lang="en-US" sz="1300" dirty="0">
                        <a:latin typeface="Inter Bold"/>
                      </a:endParaRPr>
                    </a:p>
                  </a:txBody>
                  <a:tcPr marL="76200" marR="76200" marT="38100" marB="38100"/>
                </a:tc>
                <a:extLst>
                  <a:ext uri="{0D108BD9-81ED-4DB2-BD59-A6C34878D82A}">
                    <a16:rowId xmlns:a16="http://schemas.microsoft.com/office/drawing/2014/main" val="2721624605"/>
                  </a:ext>
                </a:extLst>
              </a:tr>
            </a:tbl>
          </a:graphicData>
        </a:graphic>
      </p:graphicFrame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7719E0B-4DCF-B072-A5BE-D1DE98F526ED}"/>
              </a:ext>
            </a:extLst>
          </p:cNvPr>
          <p:cNvSpPr txBox="1">
            <a:spLocks/>
          </p:cNvSpPr>
          <p:nvPr/>
        </p:nvSpPr>
        <p:spPr>
          <a:xfrm>
            <a:off x="6824069" y="1186606"/>
            <a:ext cx="4955325" cy="5272556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85739" indent="-285739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3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52462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33447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43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9541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39" marR="0" lvl="0" indent="-285739" algn="l" defTabSz="7619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Academic tiering 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ensures limited resources are aligned to workforce ROI</a:t>
            </a:r>
          </a:p>
          <a:p>
            <a:pPr marL="285739" marR="0" lvl="0" indent="-285739" algn="l" defTabSz="7619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Partner definition 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based on organizational needs, geographical location, &amp; feeder programs</a:t>
            </a:r>
          </a:p>
          <a:p>
            <a:pPr marL="285739" marR="0" lvl="0" indent="-285739" algn="l" defTabSz="7619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Designated liaison with Tier 1 Schools 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who will manage partnerships, and any scholar connections associated with programs and aligned campus recruitment calendar</a:t>
            </a:r>
          </a:p>
          <a:p>
            <a:pPr marL="285739" marR="0" lvl="0" indent="-285739" algn="l" defTabSz="7619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Tiered Engagement Approach</a:t>
            </a:r>
          </a:p>
          <a:p>
            <a:pPr marL="619100" marR="0" lvl="1" indent="-238115" algn="l" defTabSz="7619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Premier (Tier 1): 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Priority Clinical Placements + Information Sessions + Special Events + Extern 1</a:t>
            </a:r>
            <a:r>
              <a:rPr kumimoji="0" lang="en-US" sz="3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st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 Preference</a:t>
            </a:r>
          </a:p>
          <a:p>
            <a:pPr marL="619100" marR="0" lvl="1" indent="-238115" algn="l" defTabSz="7619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Preferred (Tier 2): 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Information Sessions + Career Fairs + Special Events + Extern 2</a:t>
            </a:r>
            <a:r>
              <a:rPr kumimoji="0" lang="en-US" sz="34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nd</a:t>
            </a:r>
            <a:r>
              <a:rPr kumimoji="0" lang="en-US" sz="3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 preference</a:t>
            </a:r>
          </a:p>
          <a:p>
            <a:pPr marL="0" marR="0" lvl="0" indent="0" algn="l" defTabSz="7619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*EHC employees receive priority consideration for clinical placements.</a:t>
            </a:r>
          </a:p>
        </p:txBody>
      </p:sp>
    </p:spTree>
    <p:extLst>
      <p:ext uri="{BB962C8B-B14F-4D97-AF65-F5344CB8AC3E}">
        <p14:creationId xmlns:p14="http://schemas.microsoft.com/office/powerpoint/2010/main" val="34072822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Emory 3">
      <a:dk1>
        <a:srgbClr val="000000"/>
      </a:dk1>
      <a:lt1>
        <a:srgbClr val="FFFFFF"/>
      </a:lt1>
      <a:dk2>
        <a:srgbClr val="000000"/>
      </a:dk2>
      <a:lt2>
        <a:srgbClr val="E8E8E8"/>
      </a:lt2>
      <a:accent1>
        <a:srgbClr val="8ED485"/>
      </a:accent1>
      <a:accent2>
        <a:srgbClr val="002F6C"/>
      </a:accent2>
      <a:accent3>
        <a:srgbClr val="068D9D"/>
      </a:accent3>
      <a:accent4>
        <a:srgbClr val="5386E3"/>
      </a:accent4>
      <a:accent5>
        <a:srgbClr val="E8E8E8"/>
      </a:accent5>
      <a:accent6>
        <a:srgbClr val="000000"/>
      </a:accent6>
      <a:hlink>
        <a:srgbClr val="8ED585"/>
      </a:hlink>
      <a:folHlink>
        <a:srgbClr val="000000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HC_Standard All Purpose Template_01062026_v4" id="{3A586DE7-0788-2143-96A8-F8C7AA88BC47}" vid="{E01649D0-CBA8-994D-8D97-296DB3239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Widescreen</PresentationFormat>
  <Paragraphs>76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Century Gothic</vt:lpstr>
      <vt:lpstr>Georgia</vt:lpstr>
      <vt:lpstr>Inter Bold</vt:lpstr>
      <vt:lpstr>Lato</vt:lpstr>
      <vt:lpstr>System Font Regular</vt:lpstr>
      <vt:lpstr>1_Office Theme</vt:lpstr>
      <vt:lpstr>EHC Premier Academic Partner Alignments- Final (updated 2/11/26 by CNOs) </vt:lpstr>
      <vt:lpstr>Strategic Academic Partners/Recruitment- Updated 2/4/26 </vt:lpstr>
    </vt:vector>
  </TitlesOfParts>
  <Company>Emory Healthcare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Spiva, LeeAnna</dc:creator>
  <cp:lastModifiedBy>Spiva, LeeAnna</cp:lastModifiedBy>
  <cp:revision>1</cp:revision>
  <dcterms:created xsi:type="dcterms:W3CDTF">2026-02-17T20:39:43Z</dcterms:created>
  <dcterms:modified xsi:type="dcterms:W3CDTF">2026-02-17T20:40:18Z</dcterms:modified>
</cp:coreProperties>
</file>