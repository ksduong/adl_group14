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</p:sldIdLst>
  <p:sldSz cy="6858000" cx="12192000"/>
  <p:notesSz cx="6858000" cy="9144000"/>
  <p:embeddedFontLst>
    <p:embeddedFont>
      <p:font typeface="Lato"/>
      <p:regular r:id="rId8"/>
      <p:bold r:id="rId9"/>
      <p:italic r:id="rId10"/>
      <p:boldItalic r:id="rId11"/>
    </p:embeddedFont>
    <p:embeddedFont>
      <p:font typeface="Inter"/>
      <p:bold r:id="rId12"/>
      <p:boldItalic r:id="rId13"/>
    </p:embeddedFont>
    <p:embeddedFont>
      <p:font typeface="Century Gothic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zHIYKcFtr15AGBGCP531bzGoY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6F64F2-958D-47E6-ABEC-1EE503C82DD4}">
  <a:tblStyle styleId="{986F64F2-958D-47E6-ABEC-1EE503C82D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Lato-regular.fntdata"/><Relationship Id="rId11" Type="http://schemas.openxmlformats.org/officeDocument/2006/relationships/font" Target="fonts/Lato-boldItalic.fntdata"/><Relationship Id="rId10" Type="http://schemas.openxmlformats.org/officeDocument/2006/relationships/font" Target="fonts/Lato-italic.fntdata"/><Relationship Id="rId13" Type="http://schemas.openxmlformats.org/officeDocument/2006/relationships/font" Target="fonts/Inter-boldItalic.fntdata"/><Relationship Id="rId12" Type="http://schemas.openxmlformats.org/officeDocument/2006/relationships/font" Target="fonts/Inter-bold.fntdata"/><Relationship Id="rId15" Type="http://schemas.openxmlformats.org/officeDocument/2006/relationships/font" Target="fonts/CenturyGothic-bold.fntdata"/><Relationship Id="rId14" Type="http://schemas.openxmlformats.org/officeDocument/2006/relationships/font" Target="fonts/CenturyGothic-regular.fntdata"/><Relationship Id="rId17" Type="http://schemas.openxmlformats.org/officeDocument/2006/relationships/font" Target="fonts/CenturyGothic-boldItalic.fntdata"/><Relationship Id="rId16" Type="http://schemas.openxmlformats.org/officeDocument/2006/relationships/font" Target="fonts/CenturyGothic-italic.fntdata"/><Relationship Id="rId1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image" Target="../media/image16.png"/><Relationship Id="rId6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/>
          <p:nvPr>
            <p:ph idx="1" type="body"/>
          </p:nvPr>
        </p:nvSpPr>
        <p:spPr>
          <a:xfrm>
            <a:off x="838200" y="1953489"/>
            <a:ext cx="10515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" name="Google Shape;13;p4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5"/>
          <p:cNvSpPr txBox="1"/>
          <p:nvPr>
            <p:ph idx="1" type="body"/>
          </p:nvPr>
        </p:nvSpPr>
        <p:spPr>
          <a:xfrm>
            <a:off x="6172202" y="1953489"/>
            <a:ext cx="5181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2" type="body"/>
          </p:nvPr>
        </p:nvSpPr>
        <p:spPr>
          <a:xfrm>
            <a:off x="838200" y="1953489"/>
            <a:ext cx="5181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3" showMasterSp="0">
  <p:cSld name="Cover3">
    <p:bg>
      <p:bgPr>
        <a:solidFill>
          <a:schemeClr val="dk1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ctrTitle"/>
          </p:nvPr>
        </p:nvSpPr>
        <p:spPr>
          <a:xfrm>
            <a:off x="876436" y="2003814"/>
            <a:ext cx="6528179" cy="20376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" type="subTitle"/>
          </p:nvPr>
        </p:nvSpPr>
        <p:spPr>
          <a:xfrm>
            <a:off x="876436" y="4133513"/>
            <a:ext cx="6528179" cy="1202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3" name="Google Shape;2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748361" y="0"/>
            <a:ext cx="744364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6"/>
          <p:cNvSpPr/>
          <p:nvPr/>
        </p:nvSpPr>
        <p:spPr>
          <a:xfrm>
            <a:off x="838200" y="846660"/>
            <a:ext cx="1846371" cy="78470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descr="A blue and black background&#10;&#10;Description automatically generated" id="25" name="Google Shape;25;p6"/>
          <p:cNvPicPr preferRelativeResize="0"/>
          <p:nvPr/>
        </p:nvPicPr>
        <p:blipFill rotWithShape="1">
          <a:blip r:embed="rId3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3" showMasterSp="0">
  <p:cSld name="1_Cover3">
    <p:bg>
      <p:bgPr>
        <a:solidFill>
          <a:schemeClr val="dk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black background&#10;&#10;AI-generated content may be incorrect." id="27" name="Google Shape;27;p7"/>
          <p:cNvPicPr preferRelativeResize="0"/>
          <p:nvPr/>
        </p:nvPicPr>
        <p:blipFill rotWithShape="1">
          <a:blip r:embed="rId2">
            <a:alphaModFix/>
          </a:blip>
          <a:srcRect b="0" l="0" r="29777" t="29777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>
            <p:ph type="ctrTitle"/>
          </p:nvPr>
        </p:nvSpPr>
        <p:spPr>
          <a:xfrm>
            <a:off x="876436" y="2003814"/>
            <a:ext cx="6528179" cy="20376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subTitle"/>
          </p:nvPr>
        </p:nvSpPr>
        <p:spPr>
          <a:xfrm>
            <a:off x="876436" y="4133513"/>
            <a:ext cx="6528179" cy="1202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0" name="Google Shape;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48361" y="0"/>
            <a:ext cx="744364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/>
          <p:nvPr/>
        </p:nvSpPr>
        <p:spPr>
          <a:xfrm>
            <a:off x="838200" y="846660"/>
            <a:ext cx="1846371" cy="78470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3" showMasterSp="0">
  <p:cSld name="1_Cover3 2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ctrTitle"/>
          </p:nvPr>
        </p:nvSpPr>
        <p:spPr>
          <a:xfrm>
            <a:off x="876436" y="2003814"/>
            <a:ext cx="6528179" cy="20376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" type="subTitle"/>
          </p:nvPr>
        </p:nvSpPr>
        <p:spPr>
          <a:xfrm>
            <a:off x="876436" y="4133513"/>
            <a:ext cx="6528179" cy="1202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5" name="Google Shape;3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748361" y="0"/>
            <a:ext cx="744364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and black background&#10;&#10;Description automatically generated" id="36" name="Google Shape;36;p8"/>
          <p:cNvPicPr preferRelativeResize="0"/>
          <p:nvPr/>
        </p:nvPicPr>
        <p:blipFill rotWithShape="1">
          <a:blip r:embed="rId3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background with a black square&#10;&#10;AI-generated content may be incorrect." id="37" name="Google Shape;3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7667" y="965012"/>
            <a:ext cx="1574215" cy="5435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OC">
  <p:cSld name="1_TOC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>
            <p:ph idx="2" type="pic"/>
          </p:nvPr>
        </p:nvSpPr>
        <p:spPr>
          <a:xfrm>
            <a:off x="6339992" y="0"/>
            <a:ext cx="5852007" cy="674369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9"/>
          <p:cNvSpPr txBox="1"/>
          <p:nvPr>
            <p:ph type="title"/>
          </p:nvPr>
        </p:nvSpPr>
        <p:spPr>
          <a:xfrm>
            <a:off x="838200" y="365125"/>
            <a:ext cx="489758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rgia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body"/>
          </p:nvPr>
        </p:nvSpPr>
        <p:spPr>
          <a:xfrm>
            <a:off x="1664494" y="3690072"/>
            <a:ext cx="40787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3" type="body"/>
          </p:nvPr>
        </p:nvSpPr>
        <p:spPr>
          <a:xfrm>
            <a:off x="1664494" y="4527200"/>
            <a:ext cx="4078709" cy="457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4" type="body"/>
          </p:nvPr>
        </p:nvSpPr>
        <p:spPr>
          <a:xfrm>
            <a:off x="1664494" y="5364327"/>
            <a:ext cx="4078709" cy="457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5" type="body"/>
          </p:nvPr>
        </p:nvSpPr>
        <p:spPr>
          <a:xfrm>
            <a:off x="1664494" y="2009379"/>
            <a:ext cx="40787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6" type="body"/>
          </p:nvPr>
        </p:nvSpPr>
        <p:spPr>
          <a:xfrm>
            <a:off x="1664494" y="2852945"/>
            <a:ext cx="40787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9"/>
          <p:cNvSpPr txBox="1"/>
          <p:nvPr/>
        </p:nvSpPr>
        <p:spPr>
          <a:xfrm>
            <a:off x="838200" y="1914814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01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" name="Google Shape;47;p9"/>
          <p:cNvSpPr txBox="1"/>
          <p:nvPr/>
        </p:nvSpPr>
        <p:spPr>
          <a:xfrm>
            <a:off x="838200" y="2758380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02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" name="Google Shape;48;p9"/>
          <p:cNvSpPr txBox="1"/>
          <p:nvPr/>
        </p:nvSpPr>
        <p:spPr>
          <a:xfrm>
            <a:off x="838200" y="3595507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03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" name="Google Shape;49;p9"/>
          <p:cNvSpPr txBox="1"/>
          <p:nvPr/>
        </p:nvSpPr>
        <p:spPr>
          <a:xfrm>
            <a:off x="838200" y="4432634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04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" name="Google Shape;50;p9"/>
          <p:cNvSpPr txBox="1"/>
          <p:nvPr/>
        </p:nvSpPr>
        <p:spPr>
          <a:xfrm>
            <a:off x="838200" y="5269761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05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ue and black background&#10;&#10;Description automatically generated" id="51" name="Google Shape;51;p9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OC">
  <p:cSld name="2_TOC"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/>
          <p:nvPr>
            <p:ph idx="2" type="pic"/>
          </p:nvPr>
        </p:nvSpPr>
        <p:spPr>
          <a:xfrm>
            <a:off x="6339992" y="0"/>
            <a:ext cx="5852007" cy="674369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4" name="Google Shape;54;p10"/>
          <p:cNvSpPr txBox="1"/>
          <p:nvPr>
            <p:ph type="title"/>
          </p:nvPr>
        </p:nvSpPr>
        <p:spPr>
          <a:xfrm>
            <a:off x="838200" y="365125"/>
            <a:ext cx="489758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rgia"/>
              <a:buNone/>
              <a:defRPr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0"/>
          <p:cNvSpPr txBox="1"/>
          <p:nvPr/>
        </p:nvSpPr>
        <p:spPr>
          <a:xfrm>
            <a:off x="838200" y="1914814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01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" name="Google Shape;56;p10"/>
          <p:cNvSpPr txBox="1"/>
          <p:nvPr/>
        </p:nvSpPr>
        <p:spPr>
          <a:xfrm>
            <a:off x="838200" y="2758380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02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" name="Google Shape;57;p10"/>
          <p:cNvSpPr txBox="1"/>
          <p:nvPr/>
        </p:nvSpPr>
        <p:spPr>
          <a:xfrm>
            <a:off x="838200" y="3595507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03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" name="Google Shape;58;p10"/>
          <p:cNvSpPr txBox="1"/>
          <p:nvPr/>
        </p:nvSpPr>
        <p:spPr>
          <a:xfrm>
            <a:off x="838200" y="4432634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04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" name="Google Shape;59;p10"/>
          <p:cNvSpPr txBox="1"/>
          <p:nvPr/>
        </p:nvSpPr>
        <p:spPr>
          <a:xfrm>
            <a:off x="838200" y="5269761"/>
            <a:ext cx="82629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05</a:t>
            </a:r>
            <a:endParaRPr b="1" i="0" sz="3200" u="none" cap="none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ue and black background&#10;&#10;Description automatically generated" id="60" name="Google Shape;60;p10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0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2" name="Google Shape;62;p10"/>
          <p:cNvSpPr txBox="1"/>
          <p:nvPr>
            <p:ph idx="1" type="body"/>
          </p:nvPr>
        </p:nvSpPr>
        <p:spPr>
          <a:xfrm>
            <a:off x="1664494" y="3690072"/>
            <a:ext cx="40787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3" type="body"/>
          </p:nvPr>
        </p:nvSpPr>
        <p:spPr>
          <a:xfrm>
            <a:off x="1664494" y="4527200"/>
            <a:ext cx="4078709" cy="457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4" type="body"/>
          </p:nvPr>
        </p:nvSpPr>
        <p:spPr>
          <a:xfrm>
            <a:off x="1664494" y="5364327"/>
            <a:ext cx="4078709" cy="457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10"/>
          <p:cNvSpPr txBox="1"/>
          <p:nvPr>
            <p:ph idx="5" type="body"/>
          </p:nvPr>
        </p:nvSpPr>
        <p:spPr>
          <a:xfrm>
            <a:off x="1664494" y="2009379"/>
            <a:ext cx="40787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6" type="body"/>
          </p:nvPr>
        </p:nvSpPr>
        <p:spPr>
          <a:xfrm>
            <a:off x="1664494" y="2852945"/>
            <a:ext cx="40787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i="0" sz="1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2_Title and Conten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1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3"/>
            <a:ext cx="3982615" cy="91333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" name="Google Shape;69;p11"/>
          <p:cNvCxnSpPr/>
          <p:nvPr/>
        </p:nvCxnSpPr>
        <p:spPr>
          <a:xfrm>
            <a:off x="2268618" y="3087917"/>
            <a:ext cx="7654764" cy="0"/>
          </a:xfrm>
          <a:prstGeom prst="straightConnector1">
            <a:avLst/>
          </a:prstGeom>
          <a:noFill/>
          <a:ln cap="flat" cmpd="sng" w="5397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70" name="Google Shape;70;p11"/>
          <p:cNvGrpSpPr/>
          <p:nvPr/>
        </p:nvGrpSpPr>
        <p:grpSpPr>
          <a:xfrm>
            <a:off x="1080463" y="1713402"/>
            <a:ext cx="10031074" cy="2749031"/>
            <a:chOff x="675465" y="1769852"/>
            <a:chExt cx="10031074" cy="2749031"/>
          </a:xfrm>
        </p:grpSpPr>
        <p:grpSp>
          <p:nvGrpSpPr>
            <p:cNvPr id="71" name="Google Shape;71;p11"/>
            <p:cNvGrpSpPr/>
            <p:nvPr/>
          </p:nvGrpSpPr>
          <p:grpSpPr>
            <a:xfrm>
              <a:off x="7849526" y="1769852"/>
              <a:ext cx="2857013" cy="2749031"/>
              <a:chOff x="4886325" y="2263404"/>
              <a:chExt cx="2419349" cy="2327909"/>
            </a:xfrm>
          </p:grpSpPr>
          <p:sp>
            <p:nvSpPr>
              <p:cNvPr id="72" name="Google Shape;72;p11"/>
              <p:cNvSpPr/>
              <p:nvPr/>
            </p:nvSpPr>
            <p:spPr>
              <a:xfrm>
                <a:off x="4930718" y="2263404"/>
                <a:ext cx="2327909" cy="2327909"/>
              </a:xfrm>
              <a:custGeom>
                <a:rect b="b" l="l" r="r" t="t"/>
                <a:pathLst>
                  <a:path extrusionOk="0" h="2327909" w="2327909">
                    <a:moveTo>
                      <a:pt x="2327909" y="1163955"/>
                    </a:moveTo>
                    <a:cubicBezTo>
                      <a:pt x="2327909" y="1806789"/>
                      <a:pt x="1806789" y="2327909"/>
                      <a:pt x="1163955" y="2327909"/>
                    </a:cubicBezTo>
                    <a:cubicBezTo>
                      <a:pt x="521120" y="2327909"/>
                      <a:pt x="0" y="1806789"/>
                      <a:pt x="0" y="1163955"/>
                    </a:cubicBezTo>
                    <a:cubicBezTo>
                      <a:pt x="0" y="521120"/>
                      <a:pt x="521120" y="0"/>
                      <a:pt x="1163955" y="0"/>
                    </a:cubicBezTo>
                    <a:cubicBezTo>
                      <a:pt x="1806789" y="0"/>
                      <a:pt x="2327909" y="521120"/>
                      <a:pt x="2327909" y="1163955"/>
                    </a:cubicBezTo>
                    <a:close/>
                  </a:path>
                </a:pathLst>
              </a:custGeom>
              <a:solidFill>
                <a:srgbClr val="F2F2F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3" name="Google Shape;73;p11"/>
              <p:cNvSpPr/>
              <p:nvPr/>
            </p:nvSpPr>
            <p:spPr>
              <a:xfrm>
                <a:off x="4886325" y="2906765"/>
                <a:ext cx="196479" cy="1051824"/>
              </a:xfrm>
              <a:custGeom>
                <a:rect b="b" l="l" r="r" t="t"/>
                <a:pathLst>
                  <a:path extrusionOk="0" h="1051824" w="196479">
                    <a:moveTo>
                      <a:pt x="150495" y="1051825"/>
                    </a:moveTo>
                    <a:cubicBezTo>
                      <a:pt x="133350" y="1051825"/>
                      <a:pt x="116205" y="1041347"/>
                      <a:pt x="108585" y="1025155"/>
                    </a:cubicBezTo>
                    <a:cubicBezTo>
                      <a:pt x="36195" y="867039"/>
                      <a:pt x="0" y="698447"/>
                      <a:pt x="0" y="523187"/>
                    </a:cubicBezTo>
                    <a:cubicBezTo>
                      <a:pt x="0" y="347927"/>
                      <a:pt x="35243" y="183145"/>
                      <a:pt x="105728" y="26934"/>
                    </a:cubicBezTo>
                    <a:cubicBezTo>
                      <a:pt x="116205" y="4074"/>
                      <a:pt x="143827" y="-6403"/>
                      <a:pt x="166688" y="4074"/>
                    </a:cubicBezTo>
                    <a:cubicBezTo>
                      <a:pt x="189548" y="14552"/>
                      <a:pt x="200025" y="42174"/>
                      <a:pt x="189548" y="65034"/>
                    </a:cubicBezTo>
                    <a:cubicBezTo>
                      <a:pt x="124778" y="209814"/>
                      <a:pt x="91440" y="363167"/>
                      <a:pt x="91440" y="523187"/>
                    </a:cubicBezTo>
                    <a:cubicBezTo>
                      <a:pt x="91440" y="683207"/>
                      <a:pt x="125730" y="841322"/>
                      <a:pt x="192405" y="987055"/>
                    </a:cubicBezTo>
                    <a:cubicBezTo>
                      <a:pt x="202883" y="1009914"/>
                      <a:pt x="192405" y="1037537"/>
                      <a:pt x="169545" y="1048014"/>
                    </a:cubicBezTo>
                    <a:cubicBezTo>
                      <a:pt x="162877" y="1050872"/>
                      <a:pt x="157163" y="1051825"/>
                      <a:pt x="150495" y="105182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4" name="Google Shape;74;p11"/>
              <p:cNvSpPr/>
              <p:nvPr/>
            </p:nvSpPr>
            <p:spPr>
              <a:xfrm>
                <a:off x="7109195" y="2906765"/>
                <a:ext cx="196479" cy="1051824"/>
              </a:xfrm>
              <a:custGeom>
                <a:rect b="b" l="l" r="r" t="t"/>
                <a:pathLst>
                  <a:path extrusionOk="0" h="1051824" w="196479">
                    <a:moveTo>
                      <a:pt x="45984" y="1051825"/>
                    </a:moveTo>
                    <a:cubicBezTo>
                      <a:pt x="39317" y="1051825"/>
                      <a:pt x="32650" y="1050872"/>
                      <a:pt x="26934" y="1048014"/>
                    </a:cubicBezTo>
                    <a:cubicBezTo>
                      <a:pt x="4075" y="1037537"/>
                      <a:pt x="-6403" y="1009914"/>
                      <a:pt x="4075" y="987055"/>
                    </a:cubicBezTo>
                    <a:cubicBezTo>
                      <a:pt x="70749" y="841322"/>
                      <a:pt x="105039" y="685112"/>
                      <a:pt x="105039" y="523187"/>
                    </a:cubicBezTo>
                    <a:cubicBezTo>
                      <a:pt x="105039" y="361262"/>
                      <a:pt x="71702" y="209814"/>
                      <a:pt x="6932" y="65034"/>
                    </a:cubicBezTo>
                    <a:cubicBezTo>
                      <a:pt x="-3546" y="42174"/>
                      <a:pt x="6932" y="14552"/>
                      <a:pt x="29792" y="4074"/>
                    </a:cubicBezTo>
                    <a:cubicBezTo>
                      <a:pt x="52652" y="-6403"/>
                      <a:pt x="80274" y="4074"/>
                      <a:pt x="90752" y="26934"/>
                    </a:cubicBezTo>
                    <a:cubicBezTo>
                      <a:pt x="161237" y="183145"/>
                      <a:pt x="196479" y="349832"/>
                      <a:pt x="196479" y="523187"/>
                    </a:cubicBezTo>
                    <a:cubicBezTo>
                      <a:pt x="196479" y="696542"/>
                      <a:pt x="160285" y="867039"/>
                      <a:pt x="87895" y="1025155"/>
                    </a:cubicBezTo>
                    <a:cubicBezTo>
                      <a:pt x="80274" y="1042300"/>
                      <a:pt x="63129" y="1051825"/>
                      <a:pt x="45984" y="105182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5" name="Google Shape;75;p11"/>
            <p:cNvGrpSpPr/>
            <p:nvPr/>
          </p:nvGrpSpPr>
          <p:grpSpPr>
            <a:xfrm>
              <a:off x="675465" y="1769852"/>
              <a:ext cx="2857013" cy="2749031"/>
              <a:chOff x="4886325" y="2263404"/>
              <a:chExt cx="2419349" cy="2327909"/>
            </a:xfrm>
          </p:grpSpPr>
          <p:sp>
            <p:nvSpPr>
              <p:cNvPr id="76" name="Google Shape;76;p11"/>
              <p:cNvSpPr/>
              <p:nvPr/>
            </p:nvSpPr>
            <p:spPr>
              <a:xfrm>
                <a:off x="4930718" y="2263404"/>
                <a:ext cx="2327909" cy="2327909"/>
              </a:xfrm>
              <a:custGeom>
                <a:rect b="b" l="l" r="r" t="t"/>
                <a:pathLst>
                  <a:path extrusionOk="0" h="2327909" w="2327909">
                    <a:moveTo>
                      <a:pt x="2327909" y="1163955"/>
                    </a:moveTo>
                    <a:cubicBezTo>
                      <a:pt x="2327909" y="1806789"/>
                      <a:pt x="1806789" y="2327909"/>
                      <a:pt x="1163955" y="2327909"/>
                    </a:cubicBezTo>
                    <a:cubicBezTo>
                      <a:pt x="521120" y="2327909"/>
                      <a:pt x="0" y="1806789"/>
                      <a:pt x="0" y="1163955"/>
                    </a:cubicBezTo>
                    <a:cubicBezTo>
                      <a:pt x="0" y="521120"/>
                      <a:pt x="521120" y="0"/>
                      <a:pt x="1163955" y="0"/>
                    </a:cubicBezTo>
                    <a:cubicBezTo>
                      <a:pt x="1806789" y="0"/>
                      <a:pt x="2327909" y="521120"/>
                      <a:pt x="2327909" y="1163955"/>
                    </a:cubicBezTo>
                    <a:close/>
                  </a:path>
                </a:pathLst>
              </a:custGeom>
              <a:solidFill>
                <a:srgbClr val="F2F2F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7" name="Google Shape;77;p11"/>
              <p:cNvSpPr/>
              <p:nvPr/>
            </p:nvSpPr>
            <p:spPr>
              <a:xfrm>
                <a:off x="4886325" y="2906765"/>
                <a:ext cx="196479" cy="1051824"/>
              </a:xfrm>
              <a:custGeom>
                <a:rect b="b" l="l" r="r" t="t"/>
                <a:pathLst>
                  <a:path extrusionOk="0" h="1051824" w="196479">
                    <a:moveTo>
                      <a:pt x="150495" y="1051825"/>
                    </a:moveTo>
                    <a:cubicBezTo>
                      <a:pt x="133350" y="1051825"/>
                      <a:pt x="116205" y="1041347"/>
                      <a:pt x="108585" y="1025155"/>
                    </a:cubicBezTo>
                    <a:cubicBezTo>
                      <a:pt x="36195" y="867039"/>
                      <a:pt x="0" y="698447"/>
                      <a:pt x="0" y="523187"/>
                    </a:cubicBezTo>
                    <a:cubicBezTo>
                      <a:pt x="0" y="347927"/>
                      <a:pt x="35243" y="183145"/>
                      <a:pt x="105728" y="26934"/>
                    </a:cubicBezTo>
                    <a:cubicBezTo>
                      <a:pt x="116205" y="4074"/>
                      <a:pt x="143827" y="-6403"/>
                      <a:pt x="166688" y="4074"/>
                    </a:cubicBezTo>
                    <a:cubicBezTo>
                      <a:pt x="189548" y="14552"/>
                      <a:pt x="200025" y="42174"/>
                      <a:pt x="189548" y="65034"/>
                    </a:cubicBezTo>
                    <a:cubicBezTo>
                      <a:pt x="124778" y="209814"/>
                      <a:pt x="91440" y="363167"/>
                      <a:pt x="91440" y="523187"/>
                    </a:cubicBezTo>
                    <a:cubicBezTo>
                      <a:pt x="91440" y="683207"/>
                      <a:pt x="125730" y="841322"/>
                      <a:pt x="192405" y="987055"/>
                    </a:cubicBezTo>
                    <a:cubicBezTo>
                      <a:pt x="202883" y="1009914"/>
                      <a:pt x="192405" y="1037537"/>
                      <a:pt x="169545" y="1048014"/>
                    </a:cubicBezTo>
                    <a:cubicBezTo>
                      <a:pt x="162877" y="1050872"/>
                      <a:pt x="157163" y="1051825"/>
                      <a:pt x="150495" y="105182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8" name="Google Shape;78;p11"/>
              <p:cNvSpPr/>
              <p:nvPr/>
            </p:nvSpPr>
            <p:spPr>
              <a:xfrm>
                <a:off x="7109195" y="2906765"/>
                <a:ext cx="196479" cy="1051824"/>
              </a:xfrm>
              <a:custGeom>
                <a:rect b="b" l="l" r="r" t="t"/>
                <a:pathLst>
                  <a:path extrusionOk="0" h="1051824" w="196479">
                    <a:moveTo>
                      <a:pt x="45984" y="1051825"/>
                    </a:moveTo>
                    <a:cubicBezTo>
                      <a:pt x="39317" y="1051825"/>
                      <a:pt x="32650" y="1050872"/>
                      <a:pt x="26934" y="1048014"/>
                    </a:cubicBezTo>
                    <a:cubicBezTo>
                      <a:pt x="4075" y="1037537"/>
                      <a:pt x="-6403" y="1009914"/>
                      <a:pt x="4075" y="987055"/>
                    </a:cubicBezTo>
                    <a:cubicBezTo>
                      <a:pt x="70749" y="841322"/>
                      <a:pt x="105039" y="685112"/>
                      <a:pt x="105039" y="523187"/>
                    </a:cubicBezTo>
                    <a:cubicBezTo>
                      <a:pt x="105039" y="361262"/>
                      <a:pt x="71702" y="209814"/>
                      <a:pt x="6932" y="65034"/>
                    </a:cubicBezTo>
                    <a:cubicBezTo>
                      <a:pt x="-3546" y="42174"/>
                      <a:pt x="6932" y="14552"/>
                      <a:pt x="29792" y="4074"/>
                    </a:cubicBezTo>
                    <a:cubicBezTo>
                      <a:pt x="52652" y="-6403"/>
                      <a:pt x="80274" y="4074"/>
                      <a:pt x="90752" y="26934"/>
                    </a:cubicBezTo>
                    <a:cubicBezTo>
                      <a:pt x="161237" y="183145"/>
                      <a:pt x="196479" y="349832"/>
                      <a:pt x="196479" y="523187"/>
                    </a:cubicBezTo>
                    <a:cubicBezTo>
                      <a:pt x="196479" y="696542"/>
                      <a:pt x="160285" y="867039"/>
                      <a:pt x="87895" y="1025155"/>
                    </a:cubicBezTo>
                    <a:cubicBezTo>
                      <a:pt x="80274" y="1042300"/>
                      <a:pt x="63129" y="1051825"/>
                      <a:pt x="45984" y="105182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9" name="Google Shape;79;p11"/>
            <p:cNvGrpSpPr/>
            <p:nvPr/>
          </p:nvGrpSpPr>
          <p:grpSpPr>
            <a:xfrm>
              <a:off x="4262495" y="1769852"/>
              <a:ext cx="2857013" cy="2749031"/>
              <a:chOff x="4886325" y="2263404"/>
              <a:chExt cx="2419349" cy="2327909"/>
            </a:xfrm>
          </p:grpSpPr>
          <p:sp>
            <p:nvSpPr>
              <p:cNvPr id="80" name="Google Shape;80;p11"/>
              <p:cNvSpPr/>
              <p:nvPr/>
            </p:nvSpPr>
            <p:spPr>
              <a:xfrm>
                <a:off x="4930718" y="2263404"/>
                <a:ext cx="2327909" cy="2327909"/>
              </a:xfrm>
              <a:custGeom>
                <a:rect b="b" l="l" r="r" t="t"/>
                <a:pathLst>
                  <a:path extrusionOk="0" h="2327909" w="2327909">
                    <a:moveTo>
                      <a:pt x="2327909" y="1163955"/>
                    </a:moveTo>
                    <a:cubicBezTo>
                      <a:pt x="2327909" y="1806789"/>
                      <a:pt x="1806789" y="2327909"/>
                      <a:pt x="1163955" y="2327909"/>
                    </a:cubicBezTo>
                    <a:cubicBezTo>
                      <a:pt x="521120" y="2327909"/>
                      <a:pt x="0" y="1806789"/>
                      <a:pt x="0" y="1163955"/>
                    </a:cubicBezTo>
                    <a:cubicBezTo>
                      <a:pt x="0" y="521120"/>
                      <a:pt x="521120" y="0"/>
                      <a:pt x="1163955" y="0"/>
                    </a:cubicBezTo>
                    <a:cubicBezTo>
                      <a:pt x="1806789" y="0"/>
                      <a:pt x="2327909" y="521120"/>
                      <a:pt x="2327909" y="11639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81" name="Google Shape;81;p11"/>
              <p:cNvSpPr/>
              <p:nvPr/>
            </p:nvSpPr>
            <p:spPr>
              <a:xfrm>
                <a:off x="4886325" y="2906765"/>
                <a:ext cx="196479" cy="1051824"/>
              </a:xfrm>
              <a:custGeom>
                <a:rect b="b" l="l" r="r" t="t"/>
                <a:pathLst>
                  <a:path extrusionOk="0" h="1051824" w="196479">
                    <a:moveTo>
                      <a:pt x="150495" y="1051825"/>
                    </a:moveTo>
                    <a:cubicBezTo>
                      <a:pt x="133350" y="1051825"/>
                      <a:pt x="116205" y="1041347"/>
                      <a:pt x="108585" y="1025155"/>
                    </a:cubicBezTo>
                    <a:cubicBezTo>
                      <a:pt x="36195" y="867039"/>
                      <a:pt x="0" y="698447"/>
                      <a:pt x="0" y="523187"/>
                    </a:cubicBezTo>
                    <a:cubicBezTo>
                      <a:pt x="0" y="347927"/>
                      <a:pt x="35243" y="183145"/>
                      <a:pt x="105728" y="26934"/>
                    </a:cubicBezTo>
                    <a:cubicBezTo>
                      <a:pt x="116205" y="4074"/>
                      <a:pt x="143827" y="-6403"/>
                      <a:pt x="166688" y="4074"/>
                    </a:cubicBezTo>
                    <a:cubicBezTo>
                      <a:pt x="189548" y="14552"/>
                      <a:pt x="200025" y="42174"/>
                      <a:pt x="189548" y="65034"/>
                    </a:cubicBezTo>
                    <a:cubicBezTo>
                      <a:pt x="124778" y="209814"/>
                      <a:pt x="91440" y="363167"/>
                      <a:pt x="91440" y="523187"/>
                    </a:cubicBezTo>
                    <a:cubicBezTo>
                      <a:pt x="91440" y="683207"/>
                      <a:pt x="125730" y="841322"/>
                      <a:pt x="192405" y="987055"/>
                    </a:cubicBezTo>
                    <a:cubicBezTo>
                      <a:pt x="202883" y="1009914"/>
                      <a:pt x="192405" y="1037537"/>
                      <a:pt x="169545" y="1048014"/>
                    </a:cubicBezTo>
                    <a:cubicBezTo>
                      <a:pt x="162877" y="1050872"/>
                      <a:pt x="157163" y="1051825"/>
                      <a:pt x="150495" y="105182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82" name="Google Shape;82;p11"/>
              <p:cNvSpPr/>
              <p:nvPr/>
            </p:nvSpPr>
            <p:spPr>
              <a:xfrm>
                <a:off x="7109195" y="2906765"/>
                <a:ext cx="196479" cy="1051824"/>
              </a:xfrm>
              <a:custGeom>
                <a:rect b="b" l="l" r="r" t="t"/>
                <a:pathLst>
                  <a:path extrusionOk="0" h="1051824" w="196479">
                    <a:moveTo>
                      <a:pt x="45984" y="1051825"/>
                    </a:moveTo>
                    <a:cubicBezTo>
                      <a:pt x="39317" y="1051825"/>
                      <a:pt x="32650" y="1050872"/>
                      <a:pt x="26934" y="1048014"/>
                    </a:cubicBezTo>
                    <a:cubicBezTo>
                      <a:pt x="4075" y="1037537"/>
                      <a:pt x="-6403" y="1009914"/>
                      <a:pt x="4075" y="987055"/>
                    </a:cubicBezTo>
                    <a:cubicBezTo>
                      <a:pt x="70749" y="841322"/>
                      <a:pt x="105039" y="685112"/>
                      <a:pt x="105039" y="523187"/>
                    </a:cubicBezTo>
                    <a:cubicBezTo>
                      <a:pt x="105039" y="361262"/>
                      <a:pt x="71702" y="209814"/>
                      <a:pt x="6932" y="65034"/>
                    </a:cubicBezTo>
                    <a:cubicBezTo>
                      <a:pt x="-3546" y="42174"/>
                      <a:pt x="6932" y="14552"/>
                      <a:pt x="29792" y="4074"/>
                    </a:cubicBezTo>
                    <a:cubicBezTo>
                      <a:pt x="52652" y="-6403"/>
                      <a:pt x="80274" y="4074"/>
                      <a:pt x="90752" y="26934"/>
                    </a:cubicBezTo>
                    <a:cubicBezTo>
                      <a:pt x="161237" y="183145"/>
                      <a:pt x="196479" y="349832"/>
                      <a:pt x="196479" y="523187"/>
                    </a:cubicBezTo>
                    <a:cubicBezTo>
                      <a:pt x="196479" y="696542"/>
                      <a:pt x="160285" y="867039"/>
                      <a:pt x="87895" y="1025155"/>
                    </a:cubicBezTo>
                    <a:cubicBezTo>
                      <a:pt x="80274" y="1042300"/>
                      <a:pt x="63129" y="1051825"/>
                      <a:pt x="45984" y="105182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</p:grpSp>
      <p:sp>
        <p:nvSpPr>
          <p:cNvPr id="83" name="Google Shape;83;p11"/>
          <p:cNvSpPr txBox="1"/>
          <p:nvPr/>
        </p:nvSpPr>
        <p:spPr>
          <a:xfrm>
            <a:off x="5066311" y="2612438"/>
            <a:ext cx="2038699" cy="9367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634" lvl="0" marL="12700" marR="508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We improve lives and provide hope</a:t>
            </a:r>
            <a:endParaRPr sz="20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4" name="Google Shape;84;p11"/>
          <p:cNvSpPr txBox="1"/>
          <p:nvPr/>
        </p:nvSpPr>
        <p:spPr>
          <a:xfrm>
            <a:off x="1583694" y="2612438"/>
            <a:ext cx="1806139" cy="9367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634" lvl="0" marL="12700" marR="508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patients, families and communities</a:t>
            </a:r>
            <a:endParaRPr/>
          </a:p>
        </p:txBody>
      </p:sp>
      <p:sp>
        <p:nvSpPr>
          <p:cNvPr id="85" name="Google Shape;85;p11"/>
          <p:cNvSpPr txBox="1"/>
          <p:nvPr/>
        </p:nvSpPr>
        <p:spPr>
          <a:xfrm>
            <a:off x="8779961" y="2920214"/>
            <a:ext cx="1806139" cy="3212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634" lvl="0" marL="12700" marR="508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people</a:t>
            </a:r>
            <a:endParaRPr/>
          </a:p>
        </p:txBody>
      </p:sp>
      <p:grpSp>
        <p:nvGrpSpPr>
          <p:cNvPr id="86" name="Google Shape;86;p11"/>
          <p:cNvGrpSpPr/>
          <p:nvPr/>
        </p:nvGrpSpPr>
        <p:grpSpPr>
          <a:xfrm>
            <a:off x="2229035" y="4804559"/>
            <a:ext cx="7733930" cy="1229940"/>
            <a:chOff x="2217593" y="4686781"/>
            <a:chExt cx="7733930" cy="1229940"/>
          </a:xfrm>
        </p:grpSpPr>
        <p:pic>
          <p:nvPicPr>
            <p:cNvPr descr="A green circle with arrows pointing to the center&#10;&#10;AI-generated content may be incorrect." id="87" name="Google Shape;87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494748" y="46867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8" name="Google Shape;88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642195" y="46867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" name="Google Shape;89;p1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789642" y="46867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" name="Google Shape;90;p1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937090" y="46867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1" name="Google Shape;91;p11"/>
            <p:cNvSpPr txBox="1"/>
            <p:nvPr/>
          </p:nvSpPr>
          <p:spPr>
            <a:xfrm>
              <a:off x="2217593" y="5630529"/>
              <a:ext cx="1468710" cy="2861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rPr b="0" lang="en-US" sz="1400" u="none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One Emory</a:t>
              </a:r>
              <a:endParaRPr/>
            </a:p>
          </p:txBody>
        </p:sp>
        <p:sp>
          <p:nvSpPr>
            <p:cNvPr id="92" name="Google Shape;92;p11"/>
            <p:cNvSpPr txBox="1"/>
            <p:nvPr/>
          </p:nvSpPr>
          <p:spPr>
            <a:xfrm>
              <a:off x="3953642" y="5630529"/>
              <a:ext cx="2291506" cy="2861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rPr b="0" lang="en-US" sz="1400" u="none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People Centered</a:t>
              </a:r>
              <a:endParaRPr/>
            </a:p>
          </p:txBody>
        </p:sp>
        <p:sp>
          <p:nvSpPr>
            <p:cNvPr id="93" name="Google Shape;93;p11"/>
            <p:cNvSpPr txBox="1"/>
            <p:nvPr/>
          </p:nvSpPr>
          <p:spPr>
            <a:xfrm>
              <a:off x="6342891" y="5630529"/>
              <a:ext cx="1828801" cy="2861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rPr b="0" lang="en-US" sz="1400" u="none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Lead Change</a:t>
              </a:r>
              <a:endParaRPr/>
            </a:p>
          </p:txBody>
        </p:sp>
        <p:sp>
          <p:nvSpPr>
            <p:cNvPr id="94" name="Google Shape;94;p11"/>
            <p:cNvSpPr txBox="1"/>
            <p:nvPr/>
          </p:nvSpPr>
          <p:spPr>
            <a:xfrm>
              <a:off x="8837059" y="5630529"/>
              <a:ext cx="1114464" cy="2861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rPr b="0" lang="en-US" sz="1400" u="none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Own It</a:t>
              </a:r>
              <a:endParaRPr/>
            </a:p>
          </p:txBody>
        </p:sp>
      </p:grpSp>
      <p:sp>
        <p:nvSpPr>
          <p:cNvPr id="95" name="Google Shape;9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 2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/>
          <p:nvPr/>
        </p:nvSpPr>
        <p:spPr>
          <a:xfrm>
            <a:off x="0" y="1719010"/>
            <a:ext cx="12192000" cy="5138990"/>
          </a:xfrm>
          <a:prstGeom prst="round1Rect">
            <a:avLst>
              <a:gd fmla="val 0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98" name="Google Shape;98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99" name="Google Shape;99;p12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01" name="Google Shape;10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838200" y="1953489"/>
            <a:ext cx="10515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3_Title and Conte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3"/>
          <p:cNvSpPr/>
          <p:nvPr/>
        </p:nvSpPr>
        <p:spPr>
          <a:xfrm>
            <a:off x="0" y="1719009"/>
            <a:ext cx="12192000" cy="5138991"/>
          </a:xfrm>
          <a:prstGeom prst="round1Rect">
            <a:avLst>
              <a:gd fmla="val 0" name="adj"/>
            </a:avLst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5" name="Google Shape;105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106" name="Google Shape;106;p13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3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08" name="Google Shape;10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3"/>
          <p:cNvSpPr txBox="1"/>
          <p:nvPr>
            <p:ph idx="1" type="body"/>
          </p:nvPr>
        </p:nvSpPr>
        <p:spPr>
          <a:xfrm>
            <a:off x="838200" y="1953489"/>
            <a:ext cx="10515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>
  <p:cSld name="1_Two Conten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4"/>
          <p:cNvSpPr/>
          <p:nvPr/>
        </p:nvSpPr>
        <p:spPr>
          <a:xfrm>
            <a:off x="0" y="1719010"/>
            <a:ext cx="12192000" cy="5138990"/>
          </a:xfrm>
          <a:prstGeom prst="round1Rect">
            <a:avLst>
              <a:gd fmla="val 0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12" name="Google Shape;1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113" name="Google Shape;113;p14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15" name="Google Shape;11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idx="1" type="body"/>
          </p:nvPr>
        </p:nvSpPr>
        <p:spPr>
          <a:xfrm>
            <a:off x="6172202" y="1953489"/>
            <a:ext cx="5181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4"/>
          <p:cNvSpPr txBox="1"/>
          <p:nvPr>
            <p:ph idx="2" type="body"/>
          </p:nvPr>
        </p:nvSpPr>
        <p:spPr>
          <a:xfrm>
            <a:off x="838200" y="1953489"/>
            <a:ext cx="5181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>
  <p:cSld name="2_Two Content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5"/>
          <p:cNvSpPr/>
          <p:nvPr/>
        </p:nvSpPr>
        <p:spPr>
          <a:xfrm>
            <a:off x="0" y="1719009"/>
            <a:ext cx="12192000" cy="5138991"/>
          </a:xfrm>
          <a:prstGeom prst="round1Rect">
            <a:avLst>
              <a:gd fmla="val 0" name="adj"/>
            </a:avLst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0" name="Google Shape;120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121" name="Google Shape;121;p15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23" name="Google Shape;12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>
            <p:ph idx="1" type="body"/>
          </p:nvPr>
        </p:nvSpPr>
        <p:spPr>
          <a:xfrm>
            <a:off x="6172202" y="1953489"/>
            <a:ext cx="5181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15"/>
          <p:cNvSpPr txBox="1"/>
          <p:nvPr>
            <p:ph idx="2" type="body"/>
          </p:nvPr>
        </p:nvSpPr>
        <p:spPr>
          <a:xfrm>
            <a:off x="838200" y="1953489"/>
            <a:ext cx="5181600" cy="3982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8" name="Google Shape;128;p16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Only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/>
          <p:nvPr/>
        </p:nvSpPr>
        <p:spPr>
          <a:xfrm>
            <a:off x="0" y="1719009"/>
            <a:ext cx="12192000" cy="5138991"/>
          </a:xfrm>
          <a:prstGeom prst="round1Rect">
            <a:avLst>
              <a:gd fmla="val 0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1" name="Google Shape;131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132" name="Google Shape;132;p17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Only 2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0" y="1719010"/>
            <a:ext cx="12192000" cy="5138990"/>
          </a:xfrm>
          <a:prstGeom prst="round1Rect">
            <a:avLst>
              <a:gd fmla="val 0" name="adj"/>
            </a:avLst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7" name="Google Shape;137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138" name="Google Shape;138;p18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8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40" name="Google Shape;14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">
    <p:bg>
      <p:bgPr>
        <a:solidFill>
          <a:srgbClr val="F2F2F2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black background&#10;&#10;Description automatically generated" id="143" name="Google Shape;143;p20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0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45" name="Google Shape;14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 2">
    <p:bg>
      <p:bgPr>
        <a:solidFill>
          <a:srgbClr val="E7F6E5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black background&#10;&#10;Description automatically generated" id="147" name="Google Shape;147;p21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1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ack background with a black square&#10;&#10;AI-generated content may be incorrect."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 Layout">
  <p:cSld name="Two Content Layou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2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2"/>
          <p:cNvSpPr/>
          <p:nvPr/>
        </p:nvSpPr>
        <p:spPr>
          <a:xfrm>
            <a:off x="6154558" y="2593733"/>
            <a:ext cx="5471662" cy="3292032"/>
          </a:xfrm>
          <a:prstGeom prst="roundRect">
            <a:avLst>
              <a:gd fmla="val 0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4" name="Google Shape;154;p22"/>
          <p:cNvSpPr/>
          <p:nvPr/>
        </p:nvSpPr>
        <p:spPr>
          <a:xfrm>
            <a:off x="581502" y="2593733"/>
            <a:ext cx="5471662" cy="3292032"/>
          </a:xfrm>
          <a:prstGeom prst="roundRect">
            <a:avLst>
              <a:gd fmla="val 0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860445" y="2953386"/>
            <a:ext cx="4913777" cy="2540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2" type="body"/>
          </p:nvPr>
        </p:nvSpPr>
        <p:spPr>
          <a:xfrm>
            <a:off x="6436591" y="2953386"/>
            <a:ext cx="4907596" cy="2540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22"/>
          <p:cNvSpPr/>
          <p:nvPr>
            <p:ph idx="3" type="pic"/>
          </p:nvPr>
        </p:nvSpPr>
        <p:spPr>
          <a:xfrm>
            <a:off x="3029996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58" name="Google Shape;158;p22"/>
          <p:cNvSpPr/>
          <p:nvPr>
            <p:ph idx="4" type="pic"/>
          </p:nvPr>
        </p:nvSpPr>
        <p:spPr>
          <a:xfrm>
            <a:off x="8603052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 Layout">
  <p:cSld name="1_Two Content Layout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3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3"/>
          <p:cNvSpPr/>
          <p:nvPr/>
        </p:nvSpPr>
        <p:spPr>
          <a:xfrm>
            <a:off x="6154558" y="2593733"/>
            <a:ext cx="5471662" cy="3292032"/>
          </a:xfrm>
          <a:prstGeom prst="roundRect">
            <a:avLst>
              <a:gd fmla="val 0" name="adj"/>
            </a:avLst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3" name="Google Shape;163;p23"/>
          <p:cNvSpPr/>
          <p:nvPr/>
        </p:nvSpPr>
        <p:spPr>
          <a:xfrm>
            <a:off x="581502" y="2593733"/>
            <a:ext cx="5471662" cy="3292032"/>
          </a:xfrm>
          <a:prstGeom prst="roundRect">
            <a:avLst>
              <a:gd fmla="val 0" name="adj"/>
            </a:avLst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4" name="Google Shape;164;p23"/>
          <p:cNvSpPr/>
          <p:nvPr>
            <p:ph idx="2" type="pic"/>
          </p:nvPr>
        </p:nvSpPr>
        <p:spPr>
          <a:xfrm>
            <a:off x="3029996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65" name="Google Shape;165;p23"/>
          <p:cNvSpPr/>
          <p:nvPr>
            <p:ph idx="3" type="pic"/>
          </p:nvPr>
        </p:nvSpPr>
        <p:spPr>
          <a:xfrm>
            <a:off x="8603052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66" name="Google Shape;166;p23"/>
          <p:cNvSpPr txBox="1"/>
          <p:nvPr>
            <p:ph idx="1" type="body"/>
          </p:nvPr>
        </p:nvSpPr>
        <p:spPr>
          <a:xfrm>
            <a:off x="860445" y="2953386"/>
            <a:ext cx="4913777" cy="2540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4" type="body"/>
          </p:nvPr>
        </p:nvSpPr>
        <p:spPr>
          <a:xfrm>
            <a:off x="6436591" y="2953386"/>
            <a:ext cx="4907596" cy="2540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ntent Layout">
  <p:cSld name="Three Content Layou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4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24"/>
          <p:cNvSpPr/>
          <p:nvPr/>
        </p:nvSpPr>
        <p:spPr>
          <a:xfrm>
            <a:off x="8000529" y="2593733"/>
            <a:ext cx="3625692" cy="3292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2" name="Google Shape;172;p24"/>
          <p:cNvSpPr/>
          <p:nvPr/>
        </p:nvSpPr>
        <p:spPr>
          <a:xfrm>
            <a:off x="4291016" y="2593733"/>
            <a:ext cx="3625692" cy="3292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3" name="Google Shape;173;p24"/>
          <p:cNvSpPr/>
          <p:nvPr/>
        </p:nvSpPr>
        <p:spPr>
          <a:xfrm>
            <a:off x="581503" y="2593733"/>
            <a:ext cx="3625692" cy="3292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859903" y="2953386"/>
            <a:ext cx="3068893" cy="250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24"/>
          <p:cNvSpPr txBox="1"/>
          <p:nvPr>
            <p:ph idx="2" type="body"/>
          </p:nvPr>
        </p:nvSpPr>
        <p:spPr>
          <a:xfrm>
            <a:off x="4569416" y="2953386"/>
            <a:ext cx="3068893" cy="250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6" name="Google Shape;176;p24"/>
          <p:cNvSpPr txBox="1"/>
          <p:nvPr>
            <p:ph idx="3" type="body"/>
          </p:nvPr>
        </p:nvSpPr>
        <p:spPr>
          <a:xfrm>
            <a:off x="8278929" y="2953386"/>
            <a:ext cx="3068893" cy="250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4"/>
          <p:cNvSpPr/>
          <p:nvPr>
            <p:ph idx="4" type="pic"/>
          </p:nvPr>
        </p:nvSpPr>
        <p:spPr>
          <a:xfrm>
            <a:off x="2107012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78" name="Google Shape;178;p24"/>
          <p:cNvSpPr/>
          <p:nvPr>
            <p:ph idx="5" type="pic"/>
          </p:nvPr>
        </p:nvSpPr>
        <p:spPr>
          <a:xfrm>
            <a:off x="5816525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4"/>
          <p:cNvSpPr/>
          <p:nvPr>
            <p:ph idx="6" type="pic"/>
          </p:nvPr>
        </p:nvSpPr>
        <p:spPr>
          <a:xfrm>
            <a:off x="9526038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ntent Layout">
  <p:cSld name="1_Three Content Layout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5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25"/>
          <p:cNvSpPr/>
          <p:nvPr/>
        </p:nvSpPr>
        <p:spPr>
          <a:xfrm>
            <a:off x="8000529" y="2593733"/>
            <a:ext cx="3625692" cy="3292032"/>
          </a:xfrm>
          <a:prstGeom prst="rect">
            <a:avLst/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4" name="Google Shape;184;p25"/>
          <p:cNvSpPr/>
          <p:nvPr/>
        </p:nvSpPr>
        <p:spPr>
          <a:xfrm>
            <a:off x="4291016" y="2593733"/>
            <a:ext cx="3625692" cy="3292032"/>
          </a:xfrm>
          <a:prstGeom prst="rect">
            <a:avLst/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81503" y="2593733"/>
            <a:ext cx="3625692" cy="3292032"/>
          </a:xfrm>
          <a:prstGeom prst="rect">
            <a:avLst/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6" name="Google Shape;186;p25"/>
          <p:cNvSpPr txBox="1"/>
          <p:nvPr>
            <p:ph idx="1" type="body"/>
          </p:nvPr>
        </p:nvSpPr>
        <p:spPr>
          <a:xfrm>
            <a:off x="859903" y="2953386"/>
            <a:ext cx="3068893" cy="250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7" name="Google Shape;187;p25"/>
          <p:cNvSpPr txBox="1"/>
          <p:nvPr>
            <p:ph idx="2" type="body"/>
          </p:nvPr>
        </p:nvSpPr>
        <p:spPr>
          <a:xfrm>
            <a:off x="4569416" y="2953386"/>
            <a:ext cx="3068893" cy="250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8" name="Google Shape;188;p25"/>
          <p:cNvSpPr txBox="1"/>
          <p:nvPr>
            <p:ph idx="3" type="body"/>
          </p:nvPr>
        </p:nvSpPr>
        <p:spPr>
          <a:xfrm>
            <a:off x="8278929" y="2953386"/>
            <a:ext cx="3068893" cy="2508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25"/>
          <p:cNvSpPr/>
          <p:nvPr>
            <p:ph idx="4" type="pic"/>
          </p:nvPr>
        </p:nvSpPr>
        <p:spPr>
          <a:xfrm>
            <a:off x="2107012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5" type="pic"/>
          </p:nvPr>
        </p:nvSpPr>
        <p:spPr>
          <a:xfrm>
            <a:off x="5816525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6" type="pic"/>
          </p:nvPr>
        </p:nvSpPr>
        <p:spPr>
          <a:xfrm>
            <a:off x="9526038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 Layout with Icons">
  <p:cSld name="Two Content Layout with Icons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6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26"/>
          <p:cNvSpPr txBox="1"/>
          <p:nvPr>
            <p:ph idx="1" type="body"/>
          </p:nvPr>
        </p:nvSpPr>
        <p:spPr>
          <a:xfrm>
            <a:off x="799481" y="3327371"/>
            <a:ext cx="5004419" cy="27327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26"/>
          <p:cNvSpPr txBox="1"/>
          <p:nvPr>
            <p:ph idx="2" type="body"/>
          </p:nvPr>
        </p:nvSpPr>
        <p:spPr>
          <a:xfrm>
            <a:off x="799484" y="2718957"/>
            <a:ext cx="5004416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26"/>
          <p:cNvSpPr txBox="1"/>
          <p:nvPr>
            <p:ph idx="3" type="body"/>
          </p:nvPr>
        </p:nvSpPr>
        <p:spPr>
          <a:xfrm>
            <a:off x="6419844" y="2718957"/>
            <a:ext cx="4972288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4" type="body"/>
          </p:nvPr>
        </p:nvSpPr>
        <p:spPr>
          <a:xfrm>
            <a:off x="6413500" y="3327371"/>
            <a:ext cx="4979019" cy="27327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26"/>
          <p:cNvSpPr/>
          <p:nvPr>
            <p:ph idx="5" type="pic"/>
          </p:nvPr>
        </p:nvSpPr>
        <p:spPr>
          <a:xfrm>
            <a:off x="3014352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p26"/>
          <p:cNvSpPr/>
          <p:nvPr>
            <p:ph idx="6" type="pic"/>
          </p:nvPr>
        </p:nvSpPr>
        <p:spPr>
          <a:xfrm>
            <a:off x="8713730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01" name="Google Shape;201;p26"/>
          <p:cNvCxnSpPr/>
          <p:nvPr/>
        </p:nvCxnSpPr>
        <p:spPr>
          <a:xfrm>
            <a:off x="799481" y="2596896"/>
            <a:ext cx="5004419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02" name="Google Shape;202;p26"/>
          <p:cNvCxnSpPr/>
          <p:nvPr/>
        </p:nvCxnSpPr>
        <p:spPr>
          <a:xfrm>
            <a:off x="6413500" y="2596896"/>
            <a:ext cx="4978632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 Layout with Title">
  <p:cSld name="Two Content Layout with Title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7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27"/>
          <p:cNvSpPr txBox="1"/>
          <p:nvPr>
            <p:ph idx="1" type="body"/>
          </p:nvPr>
        </p:nvSpPr>
        <p:spPr>
          <a:xfrm>
            <a:off x="799481" y="2713859"/>
            <a:ext cx="5004419" cy="3346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799484" y="2105445"/>
            <a:ext cx="5004416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27"/>
          <p:cNvSpPr txBox="1"/>
          <p:nvPr>
            <p:ph idx="3" type="body"/>
          </p:nvPr>
        </p:nvSpPr>
        <p:spPr>
          <a:xfrm>
            <a:off x="6419844" y="2105445"/>
            <a:ext cx="4972288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9" name="Google Shape;209;p27"/>
          <p:cNvSpPr txBox="1"/>
          <p:nvPr>
            <p:ph idx="4" type="body"/>
          </p:nvPr>
        </p:nvSpPr>
        <p:spPr>
          <a:xfrm>
            <a:off x="6413500" y="2713859"/>
            <a:ext cx="4979019" cy="3346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10" name="Google Shape;210;p27"/>
          <p:cNvCxnSpPr/>
          <p:nvPr/>
        </p:nvCxnSpPr>
        <p:spPr>
          <a:xfrm>
            <a:off x="799481" y="1975104"/>
            <a:ext cx="5004419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11" name="Google Shape;211;p27"/>
          <p:cNvCxnSpPr/>
          <p:nvPr/>
        </p:nvCxnSpPr>
        <p:spPr>
          <a:xfrm>
            <a:off x="6413500" y="1975104"/>
            <a:ext cx="4978632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ntent Layout with Icons">
  <p:cSld name="Three Content Layout with Icons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8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28"/>
          <p:cNvSpPr txBox="1"/>
          <p:nvPr>
            <p:ph idx="1" type="body"/>
          </p:nvPr>
        </p:nvSpPr>
        <p:spPr>
          <a:xfrm>
            <a:off x="799484" y="2718958"/>
            <a:ext cx="330186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28"/>
          <p:cNvSpPr txBox="1"/>
          <p:nvPr>
            <p:ph idx="2" type="body"/>
          </p:nvPr>
        </p:nvSpPr>
        <p:spPr>
          <a:xfrm>
            <a:off x="4455489" y="2718958"/>
            <a:ext cx="330186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28"/>
          <p:cNvSpPr txBox="1"/>
          <p:nvPr>
            <p:ph idx="3" type="body"/>
          </p:nvPr>
        </p:nvSpPr>
        <p:spPr>
          <a:xfrm>
            <a:off x="4455489" y="3330186"/>
            <a:ext cx="3301869" cy="26870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8" name="Google Shape;218;p28"/>
          <p:cNvSpPr txBox="1"/>
          <p:nvPr>
            <p:ph idx="4" type="body"/>
          </p:nvPr>
        </p:nvSpPr>
        <p:spPr>
          <a:xfrm>
            <a:off x="8111495" y="2718958"/>
            <a:ext cx="330186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5" type="body"/>
          </p:nvPr>
        </p:nvSpPr>
        <p:spPr>
          <a:xfrm>
            <a:off x="8111495" y="3330186"/>
            <a:ext cx="3301869" cy="26870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6" type="body"/>
          </p:nvPr>
        </p:nvSpPr>
        <p:spPr>
          <a:xfrm>
            <a:off x="799483" y="3330186"/>
            <a:ext cx="3301869" cy="26870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1" name="Google Shape;221;p28"/>
          <p:cNvSpPr/>
          <p:nvPr>
            <p:ph idx="7" type="pic"/>
          </p:nvPr>
        </p:nvSpPr>
        <p:spPr>
          <a:xfrm>
            <a:off x="2163079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28"/>
          <p:cNvSpPr/>
          <p:nvPr>
            <p:ph idx="8" type="pic"/>
          </p:nvPr>
        </p:nvSpPr>
        <p:spPr>
          <a:xfrm>
            <a:off x="5808662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9" type="pic"/>
          </p:nvPr>
        </p:nvSpPr>
        <p:spPr>
          <a:xfrm>
            <a:off x="9475091" y="1822459"/>
            <a:ext cx="574675" cy="574675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4" name="Google Shape;224;p28"/>
          <p:cNvCxnSpPr/>
          <p:nvPr/>
        </p:nvCxnSpPr>
        <p:spPr>
          <a:xfrm>
            <a:off x="799481" y="2596896"/>
            <a:ext cx="3301871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25" name="Google Shape;225;p28"/>
          <p:cNvCxnSpPr/>
          <p:nvPr/>
        </p:nvCxnSpPr>
        <p:spPr>
          <a:xfrm>
            <a:off x="4457081" y="2596896"/>
            <a:ext cx="3301871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26" name="Google Shape;226;p28"/>
          <p:cNvCxnSpPr/>
          <p:nvPr/>
        </p:nvCxnSpPr>
        <p:spPr>
          <a:xfrm>
            <a:off x="8102489" y="2596896"/>
            <a:ext cx="3301871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ntent Layout with Title">
  <p:cSld name="Three Content Layout with Title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9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0" name="Google Shape;230;p29"/>
          <p:cNvSpPr txBox="1"/>
          <p:nvPr>
            <p:ph idx="1" type="body"/>
          </p:nvPr>
        </p:nvSpPr>
        <p:spPr>
          <a:xfrm>
            <a:off x="799484" y="2094588"/>
            <a:ext cx="330186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1" name="Google Shape;231;p29"/>
          <p:cNvSpPr txBox="1"/>
          <p:nvPr>
            <p:ph idx="2" type="body"/>
          </p:nvPr>
        </p:nvSpPr>
        <p:spPr>
          <a:xfrm>
            <a:off x="4455489" y="2094588"/>
            <a:ext cx="330186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2" name="Google Shape;232;p29"/>
          <p:cNvSpPr txBox="1"/>
          <p:nvPr>
            <p:ph idx="3" type="body"/>
          </p:nvPr>
        </p:nvSpPr>
        <p:spPr>
          <a:xfrm>
            <a:off x="4455489" y="2705816"/>
            <a:ext cx="3301869" cy="3311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29"/>
          <p:cNvSpPr txBox="1"/>
          <p:nvPr>
            <p:ph idx="4" type="body"/>
          </p:nvPr>
        </p:nvSpPr>
        <p:spPr>
          <a:xfrm>
            <a:off x="8111495" y="2094588"/>
            <a:ext cx="330186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4" name="Google Shape;234;p29"/>
          <p:cNvSpPr txBox="1"/>
          <p:nvPr>
            <p:ph idx="5" type="body"/>
          </p:nvPr>
        </p:nvSpPr>
        <p:spPr>
          <a:xfrm>
            <a:off x="8111495" y="2705816"/>
            <a:ext cx="3301869" cy="3311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5" name="Google Shape;235;p29"/>
          <p:cNvSpPr txBox="1"/>
          <p:nvPr>
            <p:ph idx="6" type="body"/>
          </p:nvPr>
        </p:nvSpPr>
        <p:spPr>
          <a:xfrm>
            <a:off x="799483" y="2705816"/>
            <a:ext cx="3301869" cy="3311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36" name="Google Shape;236;p29"/>
          <p:cNvCxnSpPr/>
          <p:nvPr/>
        </p:nvCxnSpPr>
        <p:spPr>
          <a:xfrm>
            <a:off x="799481" y="1975104"/>
            <a:ext cx="3301871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37" name="Google Shape;237;p29"/>
          <p:cNvCxnSpPr/>
          <p:nvPr/>
        </p:nvCxnSpPr>
        <p:spPr>
          <a:xfrm>
            <a:off x="4457081" y="1975104"/>
            <a:ext cx="3301871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38" name="Google Shape;238;p29"/>
          <p:cNvCxnSpPr/>
          <p:nvPr/>
        </p:nvCxnSpPr>
        <p:spPr>
          <a:xfrm>
            <a:off x="8102489" y="1975104"/>
            <a:ext cx="3301871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ntent Layout with Icon">
  <p:cSld name="Four Content Layout with Icon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30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30"/>
          <p:cNvSpPr txBox="1"/>
          <p:nvPr>
            <p:ph idx="1" type="body"/>
          </p:nvPr>
        </p:nvSpPr>
        <p:spPr>
          <a:xfrm>
            <a:off x="799485" y="2723241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3522895" y="2723241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3" type="body"/>
          </p:nvPr>
        </p:nvSpPr>
        <p:spPr>
          <a:xfrm>
            <a:off x="6246304" y="2723241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5" name="Google Shape;245;p30"/>
          <p:cNvSpPr txBox="1"/>
          <p:nvPr>
            <p:ph idx="4" type="body"/>
          </p:nvPr>
        </p:nvSpPr>
        <p:spPr>
          <a:xfrm>
            <a:off x="8969715" y="2723241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p30"/>
          <p:cNvSpPr txBox="1"/>
          <p:nvPr>
            <p:ph idx="5" type="body"/>
          </p:nvPr>
        </p:nvSpPr>
        <p:spPr>
          <a:xfrm>
            <a:off x="8969715" y="3334469"/>
            <a:ext cx="2443649" cy="26828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7" name="Google Shape;247;p30"/>
          <p:cNvSpPr txBox="1"/>
          <p:nvPr>
            <p:ph idx="6" type="body"/>
          </p:nvPr>
        </p:nvSpPr>
        <p:spPr>
          <a:xfrm>
            <a:off x="6246304" y="3334469"/>
            <a:ext cx="2443649" cy="26828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8" name="Google Shape;248;p30"/>
          <p:cNvSpPr txBox="1"/>
          <p:nvPr>
            <p:ph idx="7" type="body"/>
          </p:nvPr>
        </p:nvSpPr>
        <p:spPr>
          <a:xfrm>
            <a:off x="3516551" y="3334469"/>
            <a:ext cx="2443649" cy="26828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9" name="Google Shape;249;p30"/>
          <p:cNvSpPr txBox="1"/>
          <p:nvPr>
            <p:ph idx="8" type="body"/>
          </p:nvPr>
        </p:nvSpPr>
        <p:spPr>
          <a:xfrm>
            <a:off x="800246" y="3334469"/>
            <a:ext cx="2443649" cy="26828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0" name="Google Shape;250;p30"/>
          <p:cNvSpPr/>
          <p:nvPr>
            <p:ph idx="9" type="pic"/>
          </p:nvPr>
        </p:nvSpPr>
        <p:spPr>
          <a:xfrm>
            <a:off x="1733969" y="1808164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251" name="Google Shape;251;p30"/>
          <p:cNvSpPr/>
          <p:nvPr>
            <p:ph idx="13" type="pic"/>
          </p:nvPr>
        </p:nvSpPr>
        <p:spPr>
          <a:xfrm>
            <a:off x="4450275" y="1808164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252" name="Google Shape;252;p30"/>
          <p:cNvSpPr/>
          <p:nvPr>
            <p:ph idx="14" type="pic"/>
          </p:nvPr>
        </p:nvSpPr>
        <p:spPr>
          <a:xfrm>
            <a:off x="7180028" y="1808164"/>
            <a:ext cx="574675" cy="574675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0"/>
          <p:cNvSpPr/>
          <p:nvPr>
            <p:ph idx="15" type="pic"/>
          </p:nvPr>
        </p:nvSpPr>
        <p:spPr>
          <a:xfrm>
            <a:off x="9909781" y="1808164"/>
            <a:ext cx="574675" cy="574675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54" name="Google Shape;254;p30"/>
          <p:cNvCxnSpPr/>
          <p:nvPr/>
        </p:nvCxnSpPr>
        <p:spPr>
          <a:xfrm>
            <a:off x="799481" y="2614617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55" name="Google Shape;255;p30"/>
          <p:cNvCxnSpPr/>
          <p:nvPr/>
        </p:nvCxnSpPr>
        <p:spPr>
          <a:xfrm>
            <a:off x="3518297" y="2614617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56" name="Google Shape;256;p30"/>
          <p:cNvCxnSpPr/>
          <p:nvPr/>
        </p:nvCxnSpPr>
        <p:spPr>
          <a:xfrm>
            <a:off x="6249305" y="2614617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57" name="Google Shape;257;p30"/>
          <p:cNvCxnSpPr/>
          <p:nvPr/>
        </p:nvCxnSpPr>
        <p:spPr>
          <a:xfrm>
            <a:off x="8968121" y="2614617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ntent Layout with Title">
  <p:cSld name="Four Content Layout with Title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1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2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1" name="Google Shape;261;p31"/>
          <p:cNvSpPr txBox="1"/>
          <p:nvPr>
            <p:ph idx="1" type="body"/>
          </p:nvPr>
        </p:nvSpPr>
        <p:spPr>
          <a:xfrm>
            <a:off x="799485" y="2094586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p31"/>
          <p:cNvSpPr txBox="1"/>
          <p:nvPr>
            <p:ph idx="2" type="body"/>
          </p:nvPr>
        </p:nvSpPr>
        <p:spPr>
          <a:xfrm>
            <a:off x="3522895" y="2094586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p31"/>
          <p:cNvSpPr txBox="1"/>
          <p:nvPr>
            <p:ph idx="3" type="body"/>
          </p:nvPr>
        </p:nvSpPr>
        <p:spPr>
          <a:xfrm>
            <a:off x="6246304" y="2094586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p31"/>
          <p:cNvSpPr txBox="1"/>
          <p:nvPr>
            <p:ph idx="4" type="body"/>
          </p:nvPr>
        </p:nvSpPr>
        <p:spPr>
          <a:xfrm>
            <a:off x="8969715" y="2094586"/>
            <a:ext cx="2443649" cy="419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0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idx="5" type="body"/>
          </p:nvPr>
        </p:nvSpPr>
        <p:spPr>
          <a:xfrm>
            <a:off x="8969715" y="2705813"/>
            <a:ext cx="2443649" cy="3346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6" name="Google Shape;266;p31"/>
          <p:cNvSpPr txBox="1"/>
          <p:nvPr>
            <p:ph idx="6" type="body"/>
          </p:nvPr>
        </p:nvSpPr>
        <p:spPr>
          <a:xfrm>
            <a:off x="6246304" y="2705813"/>
            <a:ext cx="2443649" cy="3346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idx="7" type="body"/>
          </p:nvPr>
        </p:nvSpPr>
        <p:spPr>
          <a:xfrm>
            <a:off x="3516551" y="2705813"/>
            <a:ext cx="2443649" cy="3346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8" name="Google Shape;268;p31"/>
          <p:cNvSpPr txBox="1"/>
          <p:nvPr>
            <p:ph idx="8" type="body"/>
          </p:nvPr>
        </p:nvSpPr>
        <p:spPr>
          <a:xfrm>
            <a:off x="800246" y="2705813"/>
            <a:ext cx="2443649" cy="3346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69" name="Google Shape;269;p31"/>
          <p:cNvCxnSpPr/>
          <p:nvPr/>
        </p:nvCxnSpPr>
        <p:spPr>
          <a:xfrm>
            <a:off x="799481" y="1968441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0" name="Google Shape;270;p31"/>
          <p:cNvCxnSpPr/>
          <p:nvPr/>
        </p:nvCxnSpPr>
        <p:spPr>
          <a:xfrm>
            <a:off x="3518297" y="1968441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1" name="Google Shape;271;p31"/>
          <p:cNvCxnSpPr/>
          <p:nvPr/>
        </p:nvCxnSpPr>
        <p:spPr>
          <a:xfrm>
            <a:off x="6249305" y="1968441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2" name="Google Shape;272;p31"/>
          <p:cNvCxnSpPr/>
          <p:nvPr/>
        </p:nvCxnSpPr>
        <p:spPr>
          <a:xfrm>
            <a:off x="8968121" y="1968441"/>
            <a:ext cx="2443653" cy="0"/>
          </a:xfrm>
          <a:prstGeom prst="straightConnector1">
            <a:avLst/>
          </a:prstGeom>
          <a:noFill/>
          <a:ln cap="flat" cmpd="sng" w="1016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 with CTA">
  <p:cSld name="Split Layout with CTA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2"/>
          <p:cNvSpPr/>
          <p:nvPr/>
        </p:nvSpPr>
        <p:spPr>
          <a:xfrm rot="5400000">
            <a:off x="1979124" y="2075839"/>
            <a:ext cx="2803034" cy="6761286"/>
          </a:xfrm>
          <a:prstGeom prst="round2SameRect">
            <a:avLst>
              <a:gd fmla="val 0" name="adj1"/>
              <a:gd fmla="val 0" name="adj2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86"/>
              <a:buFont typeface="Arial"/>
              <a:buNone/>
            </a:pPr>
            <a:r>
              <a:t/>
            </a:r>
            <a:endParaRPr b="0" i="0" sz="2486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5" name="Google Shape;275;p32"/>
          <p:cNvSpPr txBox="1"/>
          <p:nvPr>
            <p:ph type="title"/>
          </p:nvPr>
        </p:nvSpPr>
        <p:spPr>
          <a:xfrm>
            <a:off x="838200" y="365125"/>
            <a:ext cx="489758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6" name="Google Shape;276;p32"/>
          <p:cNvSpPr txBox="1"/>
          <p:nvPr>
            <p:ph idx="1" type="body"/>
          </p:nvPr>
        </p:nvSpPr>
        <p:spPr>
          <a:xfrm>
            <a:off x="838201" y="4054964"/>
            <a:ext cx="4897582" cy="209397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b="0" i="0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2" type="body"/>
          </p:nvPr>
        </p:nvSpPr>
        <p:spPr>
          <a:xfrm>
            <a:off x="838200" y="1814672"/>
            <a:ext cx="4897582" cy="19572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8" name="Google Shape;278;p32"/>
          <p:cNvSpPr/>
          <p:nvPr>
            <p:ph idx="3" type="pic"/>
          </p:nvPr>
        </p:nvSpPr>
        <p:spPr>
          <a:xfrm>
            <a:off x="6345631" y="2"/>
            <a:ext cx="5846369" cy="674369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9" name="Google Shape;279;p32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ue and black background&#10;&#10;Description automatically generated" id="280" name="Google Shape;280;p32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background with a black square&#10;&#10;AI-generated content may be incorrect." id="281" name="Google Shape;28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3"/>
          <p:cNvSpPr/>
          <p:nvPr/>
        </p:nvSpPr>
        <p:spPr>
          <a:xfrm>
            <a:off x="6834554" y="0"/>
            <a:ext cx="5357446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4" name="Google Shape;284;p33"/>
          <p:cNvSpPr txBox="1"/>
          <p:nvPr>
            <p:ph type="title"/>
          </p:nvPr>
        </p:nvSpPr>
        <p:spPr>
          <a:xfrm>
            <a:off x="838200" y="365125"/>
            <a:ext cx="489758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33"/>
          <p:cNvSpPr/>
          <p:nvPr>
            <p:ph idx="2" type="pic"/>
          </p:nvPr>
        </p:nvSpPr>
        <p:spPr>
          <a:xfrm>
            <a:off x="6330460" y="922150"/>
            <a:ext cx="5861540" cy="5013955"/>
          </a:xfrm>
          <a:prstGeom prst="roundRect">
            <a:avLst>
              <a:gd fmla="val 0" name="adj"/>
            </a:avLst>
          </a:prstGeom>
          <a:solidFill>
            <a:srgbClr val="D8D8D8"/>
          </a:solidFill>
          <a:ln>
            <a:noFill/>
          </a:ln>
        </p:spPr>
      </p:sp>
      <p:sp>
        <p:nvSpPr>
          <p:cNvPr id="286" name="Google Shape;286;p33"/>
          <p:cNvSpPr txBox="1"/>
          <p:nvPr>
            <p:ph idx="1" type="body"/>
          </p:nvPr>
        </p:nvSpPr>
        <p:spPr>
          <a:xfrm>
            <a:off x="838200" y="1825625"/>
            <a:ext cx="4897583" cy="411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ue and black background&#10;&#10;Description automatically generated" id="287" name="Google Shape;287;p33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background with a black square&#10;&#10;AI-generated content may be incorrect." id="288" name="Google Shape;28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1_Split Layout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4"/>
          <p:cNvSpPr/>
          <p:nvPr/>
        </p:nvSpPr>
        <p:spPr>
          <a:xfrm>
            <a:off x="6834554" y="0"/>
            <a:ext cx="5357446" cy="6858000"/>
          </a:xfrm>
          <a:prstGeom prst="rect">
            <a:avLst/>
          </a:prstGeom>
          <a:solidFill>
            <a:srgbClr val="E7F6E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91" name="Google Shape;291;p34"/>
          <p:cNvSpPr txBox="1"/>
          <p:nvPr>
            <p:ph type="title"/>
          </p:nvPr>
        </p:nvSpPr>
        <p:spPr>
          <a:xfrm>
            <a:off x="838200" y="365125"/>
            <a:ext cx="489758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34"/>
          <p:cNvSpPr/>
          <p:nvPr>
            <p:ph idx="2" type="pic"/>
          </p:nvPr>
        </p:nvSpPr>
        <p:spPr>
          <a:xfrm>
            <a:off x="6330460" y="922150"/>
            <a:ext cx="5861540" cy="5013955"/>
          </a:xfrm>
          <a:prstGeom prst="roundRect">
            <a:avLst>
              <a:gd fmla="val 0" name="adj"/>
            </a:avLst>
          </a:prstGeom>
          <a:solidFill>
            <a:srgbClr val="D8D8D8"/>
          </a:solidFill>
          <a:ln>
            <a:noFill/>
          </a:ln>
        </p:spPr>
      </p:sp>
      <p:sp>
        <p:nvSpPr>
          <p:cNvPr id="293" name="Google Shape;293;p34"/>
          <p:cNvSpPr txBox="1"/>
          <p:nvPr>
            <p:ph idx="1" type="body"/>
          </p:nvPr>
        </p:nvSpPr>
        <p:spPr>
          <a:xfrm>
            <a:off x="838200" y="1825625"/>
            <a:ext cx="4897583" cy="411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ue and black background&#10;&#10;Description automatically generated" id="294" name="Google Shape;294;p34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background with a black square&#10;&#10;AI-generated content may be incorrect." id="295" name="Google Shape;29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Section Header" showMasterSp="0">
  <p:cSld name="7_Section Header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/>
          <p:nvPr>
            <p:ph type="title"/>
          </p:nvPr>
        </p:nvSpPr>
        <p:spPr>
          <a:xfrm>
            <a:off x="1358485" y="2383291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298" name="Google Shape;298;p35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/>
          <p:nvPr>
            <p:ph idx="1" type="body"/>
          </p:nvPr>
        </p:nvSpPr>
        <p:spPr>
          <a:xfrm>
            <a:off x="1358484" y="4564321"/>
            <a:ext cx="7169149" cy="3139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1" name="Google Shape;301;p35"/>
          <p:cNvSpPr txBox="1"/>
          <p:nvPr/>
        </p:nvSpPr>
        <p:spPr>
          <a:xfrm>
            <a:off x="233572" y="782121"/>
            <a:ext cx="80925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400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/>
          </a:p>
        </p:txBody>
      </p:sp>
      <p:sp>
        <p:nvSpPr>
          <p:cNvPr id="302" name="Google Shape;302;p35"/>
          <p:cNvSpPr txBox="1"/>
          <p:nvPr/>
        </p:nvSpPr>
        <p:spPr>
          <a:xfrm>
            <a:off x="11149178" y="782121"/>
            <a:ext cx="80925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400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Section Header" showMasterSp="0">
  <p:cSld name="8_Section Header">
    <p:bg>
      <p:bgPr>
        <a:solidFill>
          <a:schemeClr val="dk1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black background&#10;&#10;AI-generated content may be incorrect." id="304" name="Google Shape;304;p36"/>
          <p:cNvPicPr preferRelativeResize="0"/>
          <p:nvPr/>
        </p:nvPicPr>
        <p:blipFill rotWithShape="1">
          <a:blip r:embed="rId2">
            <a:alphaModFix/>
          </a:blip>
          <a:srcRect b="0" l="0" r="29777" t="29777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6"/>
          <p:cNvSpPr txBox="1"/>
          <p:nvPr>
            <p:ph type="title"/>
          </p:nvPr>
        </p:nvSpPr>
        <p:spPr>
          <a:xfrm>
            <a:off x="1358485" y="2383291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06" name="Google Shape;306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6"/>
          <p:cNvSpPr txBox="1"/>
          <p:nvPr>
            <p:ph idx="1" type="body"/>
          </p:nvPr>
        </p:nvSpPr>
        <p:spPr>
          <a:xfrm>
            <a:off x="1358484" y="4564321"/>
            <a:ext cx="7169149" cy="3139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36"/>
          <p:cNvSpPr txBox="1"/>
          <p:nvPr/>
        </p:nvSpPr>
        <p:spPr>
          <a:xfrm>
            <a:off x="233572" y="782121"/>
            <a:ext cx="80925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400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/>
          </a:p>
        </p:txBody>
      </p:sp>
      <p:sp>
        <p:nvSpPr>
          <p:cNvPr id="309" name="Google Shape;309;p36"/>
          <p:cNvSpPr txBox="1"/>
          <p:nvPr/>
        </p:nvSpPr>
        <p:spPr>
          <a:xfrm>
            <a:off x="11149178" y="782121"/>
            <a:ext cx="80925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400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Section Header">
  <p:cSld name="8_Section Header 2">
    <p:bg>
      <p:bgPr>
        <a:solidFill>
          <a:schemeClr val="lt1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7"/>
          <p:cNvSpPr txBox="1"/>
          <p:nvPr>
            <p:ph type="title"/>
          </p:nvPr>
        </p:nvSpPr>
        <p:spPr>
          <a:xfrm>
            <a:off x="1358485" y="2383291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3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312" name="Google Shape;312;p37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7"/>
          <p:cNvSpPr txBox="1"/>
          <p:nvPr/>
        </p:nvSpPr>
        <p:spPr>
          <a:xfrm>
            <a:off x="233572" y="782121"/>
            <a:ext cx="80925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400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/>
          </a:p>
        </p:txBody>
      </p:sp>
      <p:sp>
        <p:nvSpPr>
          <p:cNvPr id="314" name="Google Shape;314;p37"/>
          <p:cNvSpPr txBox="1"/>
          <p:nvPr/>
        </p:nvSpPr>
        <p:spPr>
          <a:xfrm>
            <a:off x="11149178" y="782121"/>
            <a:ext cx="80925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400">
                <a:solidFill>
                  <a:schemeClr val="accent1"/>
                </a:solidFill>
                <a:latin typeface="Georgia"/>
                <a:ea typeface="Georgia"/>
                <a:cs typeface="Georgia"/>
                <a:sym typeface="Georgia"/>
              </a:rPr>
              <a:t>”</a:t>
            </a:r>
            <a:endParaRPr/>
          </a:p>
        </p:txBody>
      </p:sp>
      <p:sp>
        <p:nvSpPr>
          <p:cNvPr id="315" name="Google Shape;315;p37"/>
          <p:cNvSpPr txBox="1"/>
          <p:nvPr>
            <p:ph idx="1" type="body"/>
          </p:nvPr>
        </p:nvSpPr>
        <p:spPr>
          <a:xfrm>
            <a:off x="1358484" y="4564321"/>
            <a:ext cx="7169149" cy="3139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F7F7F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1" showMasterSp="0">
  <p:cSld name="Divider1">
    <p:bg>
      <p:bgPr>
        <a:solidFill>
          <a:schemeClr val="dk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black background&#10;&#10;AI-generated content may be incorrect." id="317" name="Google Shape;317;p38"/>
          <p:cNvPicPr preferRelativeResize="0"/>
          <p:nvPr/>
        </p:nvPicPr>
        <p:blipFill rotWithShape="1">
          <a:blip r:embed="rId2">
            <a:alphaModFix/>
          </a:blip>
          <a:srcRect b="0" l="0" r="29777" t="29777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8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9" name="Google Shape;319;p38"/>
          <p:cNvSpPr txBox="1"/>
          <p:nvPr>
            <p:ph idx="1" type="body"/>
          </p:nvPr>
        </p:nvSpPr>
        <p:spPr>
          <a:xfrm>
            <a:off x="831850" y="3872610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pic>
        <p:nvPicPr>
          <p:cNvPr id="320" name="Google Shape;320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1" name="Google Shape;321;p38"/>
          <p:cNvCxnSpPr/>
          <p:nvPr/>
        </p:nvCxnSpPr>
        <p:spPr>
          <a:xfrm>
            <a:off x="0" y="3701143"/>
            <a:ext cx="80010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1" showMasterSp="0">
  <p:cSld name="1_Divider1">
    <p:bg>
      <p:bgPr>
        <a:solidFill>
          <a:schemeClr val="dk1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9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39"/>
          <p:cNvSpPr txBox="1"/>
          <p:nvPr>
            <p:ph idx="1" type="body"/>
          </p:nvPr>
        </p:nvSpPr>
        <p:spPr>
          <a:xfrm>
            <a:off x="831850" y="3872610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pic>
        <p:nvPicPr>
          <p:cNvPr id="325" name="Google Shape;325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6" name="Google Shape;326;p39"/>
          <p:cNvCxnSpPr/>
          <p:nvPr/>
        </p:nvCxnSpPr>
        <p:spPr>
          <a:xfrm>
            <a:off x="0" y="3701143"/>
            <a:ext cx="80010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A blue and black background&#10;&#10;Description automatically generated" id="327" name="Google Shape;327;p39"/>
          <p:cNvPicPr preferRelativeResize="0"/>
          <p:nvPr/>
        </p:nvPicPr>
        <p:blipFill rotWithShape="1">
          <a:blip r:embed="rId3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1">
  <p:cSld name="1_Divider1 2"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0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0" name="Google Shape;330;p40"/>
          <p:cNvSpPr txBox="1"/>
          <p:nvPr>
            <p:ph idx="1" type="body"/>
          </p:nvPr>
        </p:nvSpPr>
        <p:spPr>
          <a:xfrm>
            <a:off x="831850" y="3872610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cxnSp>
        <p:nvCxnSpPr>
          <p:cNvPr id="331" name="Google Shape;331;p40"/>
          <p:cNvCxnSpPr/>
          <p:nvPr/>
        </p:nvCxnSpPr>
        <p:spPr>
          <a:xfrm>
            <a:off x="0" y="3701143"/>
            <a:ext cx="80010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A blue and black background&#10;&#10;Description automatically generated" id="332" name="Google Shape;332;p40"/>
          <p:cNvPicPr preferRelativeResize="0"/>
          <p:nvPr/>
        </p:nvPicPr>
        <p:blipFill rotWithShape="1">
          <a:blip r:embed="rId2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40"/>
          <p:cNvSpPr/>
          <p:nvPr/>
        </p:nvSpPr>
        <p:spPr>
          <a:xfrm>
            <a:off x="831850" y="6330462"/>
            <a:ext cx="2855895" cy="3315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5" showMasterSp="0">
  <p:cSld name="Divider5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hand holding a pipette over a petri dish&#10;&#10;Description automatically generated" id="335" name="Google Shape;335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0000">
                  <a:alpha val="24705"/>
                </a:srgbClr>
              </a:gs>
              <a:gs pos="100000">
                <a:srgbClr val="000000">
                  <a:alpha val="60000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7" name="Google Shape;337;p41"/>
          <p:cNvSpPr/>
          <p:nvPr/>
        </p:nvSpPr>
        <p:spPr>
          <a:xfrm>
            <a:off x="0" y="0"/>
            <a:ext cx="12191999" cy="6857995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15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8" name="Google Shape;338;p41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9" name="Google Shape;339;p41"/>
          <p:cNvSpPr txBox="1"/>
          <p:nvPr>
            <p:ph idx="1" type="body"/>
          </p:nvPr>
        </p:nvSpPr>
        <p:spPr>
          <a:xfrm>
            <a:off x="831850" y="3872610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pic>
        <p:nvPicPr>
          <p:cNvPr id="340" name="Google Shape;340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1" name="Google Shape;341;p41"/>
          <p:cNvCxnSpPr/>
          <p:nvPr/>
        </p:nvCxnSpPr>
        <p:spPr>
          <a:xfrm>
            <a:off x="0" y="3711303"/>
            <a:ext cx="80010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8" showMasterSp="0">
  <p:cSld name="Divider8"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0">
            <a:off x="2667000" y="-2667001"/>
            <a:ext cx="6858000" cy="12191999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42"/>
          <p:cNvSpPr/>
          <p:nvPr/>
        </p:nvSpPr>
        <p:spPr>
          <a:xfrm>
            <a:off x="-2" y="0"/>
            <a:ext cx="12192000" cy="6858000"/>
          </a:xfrm>
          <a:prstGeom prst="rect">
            <a:avLst/>
          </a:prstGeom>
          <a:gradFill>
            <a:gsLst>
              <a:gs pos="0">
                <a:srgbClr val="000000">
                  <a:alpha val="24705"/>
                </a:srgbClr>
              </a:gs>
              <a:gs pos="15000">
                <a:srgbClr val="000000">
                  <a:alpha val="60000"/>
                </a:srgbClr>
              </a:gs>
              <a:gs pos="100000">
                <a:srgbClr val="000000">
                  <a:alpha val="60000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5" name="Google Shape;345;p42"/>
          <p:cNvSpPr/>
          <p:nvPr/>
        </p:nvSpPr>
        <p:spPr>
          <a:xfrm>
            <a:off x="-3" y="0"/>
            <a:ext cx="12192004" cy="6857999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15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6" name="Google Shape;346;p42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7" name="Google Shape;347;p42"/>
          <p:cNvSpPr txBox="1"/>
          <p:nvPr>
            <p:ph idx="1" type="body"/>
          </p:nvPr>
        </p:nvSpPr>
        <p:spPr>
          <a:xfrm>
            <a:off x="831850" y="3872610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cxnSp>
        <p:nvCxnSpPr>
          <p:cNvPr id="348" name="Google Shape;348;p42"/>
          <p:cNvCxnSpPr/>
          <p:nvPr/>
        </p:nvCxnSpPr>
        <p:spPr>
          <a:xfrm>
            <a:off x="0" y="3711303"/>
            <a:ext cx="80010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349" name="Google Shape;349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ivider2" showMasterSp="0">
  <p:cSld name="1_Divider2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43"/>
          <p:cNvSpPr/>
          <p:nvPr/>
        </p:nvSpPr>
        <p:spPr>
          <a:xfrm>
            <a:off x="1" y="0"/>
            <a:ext cx="11911128" cy="68580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15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53" name="Google Shape;353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3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5" name="Google Shape;355;p43"/>
          <p:cNvSpPr txBox="1"/>
          <p:nvPr>
            <p:ph idx="1" type="body"/>
          </p:nvPr>
        </p:nvSpPr>
        <p:spPr>
          <a:xfrm>
            <a:off x="831850" y="3558656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ivider2" showMasterSp="0">
  <p:cSld name="2_Divider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44"/>
          <p:cNvSpPr/>
          <p:nvPr/>
        </p:nvSpPr>
        <p:spPr>
          <a:xfrm>
            <a:off x="1" y="0"/>
            <a:ext cx="11911128" cy="6857999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15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59" name="Google Shape;359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4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1" name="Google Shape;361;p44"/>
          <p:cNvSpPr txBox="1"/>
          <p:nvPr>
            <p:ph idx="1" type="body"/>
          </p:nvPr>
        </p:nvSpPr>
        <p:spPr>
          <a:xfrm>
            <a:off x="831850" y="3558656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ivider2" showMasterSp="0">
  <p:cSld name="2_Divider2 2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16" y="0"/>
            <a:ext cx="1218118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45"/>
          <p:cNvSpPr/>
          <p:nvPr/>
        </p:nvSpPr>
        <p:spPr>
          <a:xfrm>
            <a:off x="1" y="0"/>
            <a:ext cx="11911128" cy="6858000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15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5" name="Google Shape;365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45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7" name="Google Shape;367;p45"/>
          <p:cNvSpPr txBox="1"/>
          <p:nvPr>
            <p:ph idx="1" type="body"/>
          </p:nvPr>
        </p:nvSpPr>
        <p:spPr>
          <a:xfrm>
            <a:off x="831850" y="3558656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4" showMasterSp="0">
  <p:cSld name="Divider4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46"/>
          <p:cNvSpPr/>
          <p:nvPr/>
        </p:nvSpPr>
        <p:spPr>
          <a:xfrm>
            <a:off x="-4" y="0"/>
            <a:ext cx="12192000" cy="68580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100000">
                <a:srgbClr val="000000">
                  <a:alpha val="59607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1" name="Google Shape;371;p46"/>
          <p:cNvSpPr/>
          <p:nvPr/>
        </p:nvSpPr>
        <p:spPr>
          <a:xfrm>
            <a:off x="0" y="2"/>
            <a:ext cx="11911128" cy="6857998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15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2" name="Google Shape;372;p46"/>
          <p:cNvSpPr/>
          <p:nvPr/>
        </p:nvSpPr>
        <p:spPr>
          <a:xfrm rot="10800000">
            <a:off x="7160821" y="3978234"/>
            <a:ext cx="5031176" cy="2879764"/>
          </a:xfrm>
          <a:prstGeom prst="roundRect">
            <a:avLst>
              <a:gd fmla="val 0" name="adj"/>
            </a:avLst>
          </a:prstGeom>
          <a:gradFill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0"/>
                </a:srgbClr>
              </a:gs>
              <a:gs pos="99000">
                <a:srgbClr val="000000">
                  <a:alpha val="84313"/>
                </a:srgbClr>
              </a:gs>
              <a:gs pos="100000">
                <a:srgbClr val="000000">
                  <a:alpha val="84313"/>
                </a:srgbClr>
              </a:gs>
            </a:gsLst>
            <a:lin ang="15000000" scaled="0"/>
          </a:gra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3" name="Google Shape;373;p46"/>
          <p:cNvSpPr/>
          <p:nvPr/>
        </p:nvSpPr>
        <p:spPr>
          <a:xfrm flipH="1">
            <a:off x="4049485" y="4429496"/>
            <a:ext cx="8142511" cy="242850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0"/>
                </a:srgbClr>
              </a:gs>
              <a:gs pos="99000">
                <a:srgbClr val="000000">
                  <a:alpha val="50980"/>
                </a:srgbClr>
              </a:gs>
              <a:gs pos="100000">
                <a:srgbClr val="000000">
                  <a:alpha val="50980"/>
                </a:srgbClr>
              </a:gs>
            </a:gsLst>
            <a:lin ang="66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4" name="Google Shape;374;p46"/>
          <p:cNvSpPr txBox="1"/>
          <p:nvPr>
            <p:ph type="title"/>
          </p:nvPr>
        </p:nvSpPr>
        <p:spPr>
          <a:xfrm>
            <a:off x="831850" y="1439414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Georgia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5" name="Google Shape;375;p46"/>
          <p:cNvSpPr txBox="1"/>
          <p:nvPr>
            <p:ph idx="1" type="body"/>
          </p:nvPr>
        </p:nvSpPr>
        <p:spPr>
          <a:xfrm>
            <a:off x="831850" y="3558656"/>
            <a:ext cx="716915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None/>
              <a:defRPr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pic>
        <p:nvPicPr>
          <p:cNvPr id="376" name="Google Shape;376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Part Timeline">
  <p:cSld name="Four Part Timeline"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7"/>
          <p:cNvSpPr/>
          <p:nvPr/>
        </p:nvSpPr>
        <p:spPr>
          <a:xfrm>
            <a:off x="0" y="2768048"/>
            <a:ext cx="12192000" cy="23022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79" name="Google Shape;379;p47"/>
          <p:cNvPicPr preferRelativeResize="0"/>
          <p:nvPr/>
        </p:nvPicPr>
        <p:blipFill rotWithShape="1">
          <a:blip r:embed="rId2">
            <a:alphaModFix amt="50000"/>
          </a:blip>
          <a:srcRect b="0" l="0" r="0" t="0"/>
          <a:stretch/>
        </p:blipFill>
        <p:spPr>
          <a:xfrm flipH="1" rot="5400000">
            <a:off x="5634023" y="-2575363"/>
            <a:ext cx="3982615" cy="9133340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1" name="Google Shape;381;p47"/>
          <p:cNvSpPr txBox="1"/>
          <p:nvPr>
            <p:ph idx="1" type="body"/>
          </p:nvPr>
        </p:nvSpPr>
        <p:spPr>
          <a:xfrm>
            <a:off x="838581" y="2000544"/>
            <a:ext cx="2355732" cy="457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1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2" name="Google Shape;382;p47"/>
          <p:cNvSpPr txBox="1"/>
          <p:nvPr>
            <p:ph idx="2" type="body"/>
          </p:nvPr>
        </p:nvSpPr>
        <p:spPr>
          <a:xfrm>
            <a:off x="838581" y="3212983"/>
            <a:ext cx="2355732" cy="2839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3" name="Google Shape;383;p47"/>
          <p:cNvSpPr txBox="1"/>
          <p:nvPr>
            <p:ph idx="3" type="body"/>
          </p:nvPr>
        </p:nvSpPr>
        <p:spPr>
          <a:xfrm>
            <a:off x="3560238" y="2000544"/>
            <a:ext cx="2355732" cy="457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1" i="0" sz="1800">
                <a:solidFill>
                  <a:schemeClr val="accent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4" name="Google Shape;384;p47"/>
          <p:cNvSpPr txBox="1"/>
          <p:nvPr>
            <p:ph idx="4" type="body"/>
          </p:nvPr>
        </p:nvSpPr>
        <p:spPr>
          <a:xfrm>
            <a:off x="3560238" y="3212983"/>
            <a:ext cx="2355732" cy="2839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5" name="Google Shape;385;p47"/>
          <p:cNvSpPr txBox="1"/>
          <p:nvPr>
            <p:ph idx="5" type="body"/>
          </p:nvPr>
        </p:nvSpPr>
        <p:spPr>
          <a:xfrm>
            <a:off x="8994317" y="2000544"/>
            <a:ext cx="2355731" cy="457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1" i="0" sz="1800">
                <a:solidFill>
                  <a:schemeClr val="accent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6" name="Google Shape;386;p47"/>
          <p:cNvSpPr txBox="1"/>
          <p:nvPr>
            <p:ph idx="6" type="body"/>
          </p:nvPr>
        </p:nvSpPr>
        <p:spPr>
          <a:xfrm>
            <a:off x="8994317" y="3212983"/>
            <a:ext cx="2355731" cy="2839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7" name="Google Shape;387;p47"/>
          <p:cNvSpPr txBox="1"/>
          <p:nvPr>
            <p:ph idx="7" type="body"/>
          </p:nvPr>
        </p:nvSpPr>
        <p:spPr>
          <a:xfrm>
            <a:off x="6281895" y="2000544"/>
            <a:ext cx="2355732" cy="457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None/>
              <a:defRPr b="1" i="0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8" name="Google Shape;388;p47"/>
          <p:cNvSpPr txBox="1"/>
          <p:nvPr>
            <p:ph idx="8" type="body"/>
          </p:nvPr>
        </p:nvSpPr>
        <p:spPr>
          <a:xfrm>
            <a:off x="6281895" y="3212983"/>
            <a:ext cx="2355732" cy="2839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b="0" i="0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389" name="Google Shape;389;p47"/>
          <p:cNvGrpSpPr/>
          <p:nvPr/>
        </p:nvGrpSpPr>
        <p:grpSpPr>
          <a:xfrm>
            <a:off x="662791" y="2549236"/>
            <a:ext cx="2706550" cy="501279"/>
            <a:chOff x="662791" y="2385359"/>
            <a:chExt cx="2706550" cy="501279"/>
          </a:xfrm>
        </p:grpSpPr>
        <p:sp>
          <p:nvSpPr>
            <p:cNvPr id="390" name="Google Shape;390;p47"/>
            <p:cNvSpPr/>
            <p:nvPr/>
          </p:nvSpPr>
          <p:spPr>
            <a:xfrm>
              <a:off x="662791" y="2604172"/>
              <a:ext cx="2706550" cy="23022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1" name="Google Shape;391;p47"/>
            <p:cNvSpPr/>
            <p:nvPr/>
          </p:nvSpPr>
          <p:spPr>
            <a:xfrm>
              <a:off x="1848714" y="2551932"/>
              <a:ext cx="334706" cy="334706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cxnSp>
          <p:nvCxnSpPr>
            <p:cNvPr id="392" name="Google Shape;392;p47"/>
            <p:cNvCxnSpPr/>
            <p:nvPr/>
          </p:nvCxnSpPr>
          <p:spPr>
            <a:xfrm rot="10800000">
              <a:off x="2015000" y="2385359"/>
              <a:ext cx="0" cy="333925"/>
            </a:xfrm>
            <a:prstGeom prst="straightConnector1">
              <a:avLst/>
            </a:prstGeom>
            <a:noFill/>
            <a:ln cap="flat" cmpd="sng" w="25400">
              <a:solidFill>
                <a:schemeClr val="accent1"/>
              </a:solidFill>
              <a:prstDash val="solid"/>
              <a:miter lim="800000"/>
              <a:headEnd len="sm" w="sm" type="none"/>
              <a:tailEnd len="med" w="med" type="oval"/>
            </a:ln>
          </p:spPr>
        </p:cxnSp>
      </p:grpSp>
      <p:grpSp>
        <p:nvGrpSpPr>
          <p:cNvPr id="393" name="Google Shape;393;p47"/>
          <p:cNvGrpSpPr/>
          <p:nvPr/>
        </p:nvGrpSpPr>
        <p:grpSpPr>
          <a:xfrm>
            <a:off x="3369341" y="2549236"/>
            <a:ext cx="2718705" cy="501279"/>
            <a:chOff x="650636" y="2385359"/>
            <a:chExt cx="2718705" cy="501279"/>
          </a:xfrm>
        </p:grpSpPr>
        <p:sp>
          <p:nvSpPr>
            <p:cNvPr id="394" name="Google Shape;394;p47"/>
            <p:cNvSpPr/>
            <p:nvPr/>
          </p:nvSpPr>
          <p:spPr>
            <a:xfrm>
              <a:off x="650636" y="2604172"/>
              <a:ext cx="2718705" cy="23022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5" name="Google Shape;395;p47"/>
            <p:cNvSpPr/>
            <p:nvPr/>
          </p:nvSpPr>
          <p:spPr>
            <a:xfrm>
              <a:off x="1848714" y="2551932"/>
              <a:ext cx="334706" cy="334706"/>
            </a:xfrm>
            <a:prstGeom prst="ellipse">
              <a:avLst/>
            </a:prstGeom>
            <a:solidFill>
              <a:schemeClr val="accent4"/>
            </a:solidFill>
            <a:ln cap="flat" cmpd="sng" w="254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cxnSp>
          <p:nvCxnSpPr>
            <p:cNvPr id="396" name="Google Shape;396;p47"/>
            <p:cNvCxnSpPr/>
            <p:nvPr/>
          </p:nvCxnSpPr>
          <p:spPr>
            <a:xfrm rot="10800000">
              <a:off x="2015000" y="2385359"/>
              <a:ext cx="0" cy="333925"/>
            </a:xfrm>
            <a:prstGeom prst="straightConnector1">
              <a:avLst/>
            </a:prstGeom>
            <a:noFill/>
            <a:ln cap="flat" cmpd="sng" w="25400">
              <a:solidFill>
                <a:schemeClr val="accent4"/>
              </a:solidFill>
              <a:prstDash val="solid"/>
              <a:miter lim="800000"/>
              <a:headEnd len="sm" w="sm" type="none"/>
              <a:tailEnd len="med" w="med" type="oval"/>
            </a:ln>
          </p:spPr>
        </p:cxnSp>
      </p:grpSp>
      <p:grpSp>
        <p:nvGrpSpPr>
          <p:cNvPr id="397" name="Google Shape;397;p47"/>
          <p:cNvGrpSpPr/>
          <p:nvPr/>
        </p:nvGrpSpPr>
        <p:grpSpPr>
          <a:xfrm>
            <a:off x="6088047" y="2549236"/>
            <a:ext cx="2718704" cy="501279"/>
            <a:chOff x="650637" y="2385359"/>
            <a:chExt cx="2718704" cy="501279"/>
          </a:xfrm>
        </p:grpSpPr>
        <p:sp>
          <p:nvSpPr>
            <p:cNvPr id="398" name="Google Shape;398;p47"/>
            <p:cNvSpPr/>
            <p:nvPr/>
          </p:nvSpPr>
          <p:spPr>
            <a:xfrm>
              <a:off x="650637" y="2604172"/>
              <a:ext cx="2718704" cy="230226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9" name="Google Shape;399;p47"/>
            <p:cNvSpPr/>
            <p:nvPr/>
          </p:nvSpPr>
          <p:spPr>
            <a:xfrm>
              <a:off x="1848714" y="2551932"/>
              <a:ext cx="334706" cy="334706"/>
            </a:xfrm>
            <a:prstGeom prst="ellipse">
              <a:avLst/>
            </a:prstGeom>
            <a:solidFill>
              <a:schemeClr val="dk1"/>
            </a:solidFill>
            <a:ln cap="flat" cmpd="sng" w="254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cxnSp>
          <p:nvCxnSpPr>
            <p:cNvPr id="400" name="Google Shape;400;p47"/>
            <p:cNvCxnSpPr/>
            <p:nvPr/>
          </p:nvCxnSpPr>
          <p:spPr>
            <a:xfrm rot="10800000">
              <a:off x="2015000" y="2385359"/>
              <a:ext cx="0" cy="333925"/>
            </a:xfrm>
            <a:prstGeom prst="straightConnector1">
              <a:avLst/>
            </a:prstGeom>
            <a:noFill/>
            <a:ln cap="flat" cmpd="sng" w="25400">
              <a:solidFill>
                <a:schemeClr val="dk1"/>
              </a:solidFill>
              <a:prstDash val="solid"/>
              <a:miter lim="800000"/>
              <a:headEnd len="sm" w="sm" type="none"/>
              <a:tailEnd len="med" w="med" type="oval"/>
            </a:ln>
          </p:spPr>
        </p:cxnSp>
      </p:grpSp>
      <p:grpSp>
        <p:nvGrpSpPr>
          <p:cNvPr id="401" name="Google Shape;401;p47"/>
          <p:cNvGrpSpPr/>
          <p:nvPr/>
        </p:nvGrpSpPr>
        <p:grpSpPr>
          <a:xfrm>
            <a:off x="8806750" y="2549236"/>
            <a:ext cx="2718707" cy="501279"/>
            <a:chOff x="650634" y="2385359"/>
            <a:chExt cx="2718707" cy="501279"/>
          </a:xfrm>
        </p:grpSpPr>
        <p:sp>
          <p:nvSpPr>
            <p:cNvPr id="402" name="Google Shape;402;p47"/>
            <p:cNvSpPr/>
            <p:nvPr/>
          </p:nvSpPr>
          <p:spPr>
            <a:xfrm>
              <a:off x="650634" y="2604172"/>
              <a:ext cx="2718707" cy="23022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403" name="Google Shape;403;p47"/>
            <p:cNvSpPr/>
            <p:nvPr/>
          </p:nvSpPr>
          <p:spPr>
            <a:xfrm>
              <a:off x="1848714" y="2551932"/>
              <a:ext cx="334706" cy="334706"/>
            </a:xfrm>
            <a:prstGeom prst="ellipse">
              <a:avLst/>
            </a:prstGeom>
            <a:solidFill>
              <a:schemeClr val="accent3"/>
            </a:solidFill>
            <a:ln cap="flat" cmpd="sng" w="254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cxnSp>
          <p:nvCxnSpPr>
            <p:cNvPr id="404" name="Google Shape;404;p47"/>
            <p:cNvCxnSpPr/>
            <p:nvPr/>
          </p:nvCxnSpPr>
          <p:spPr>
            <a:xfrm rot="10800000">
              <a:off x="2015000" y="2385359"/>
              <a:ext cx="0" cy="333925"/>
            </a:xfrm>
            <a:prstGeom prst="straightConnector1">
              <a:avLst/>
            </a:prstGeom>
            <a:noFill/>
            <a:ln cap="flat" cmpd="sng" w="25400">
              <a:solidFill>
                <a:schemeClr val="accent3"/>
              </a:solidFill>
              <a:prstDash val="solid"/>
              <a:miter lim="800000"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Section Header" showMasterSp="0">
  <p:cSld name="8_Section Header 3">
    <p:bg>
      <p:bgPr>
        <a:solidFill>
          <a:schemeClr val="dk1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Google Shape;406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5022846" y="-1"/>
            <a:ext cx="7169151" cy="535940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8"/>
          <p:cNvSpPr txBox="1"/>
          <p:nvPr>
            <p:ph type="title"/>
          </p:nvPr>
        </p:nvSpPr>
        <p:spPr>
          <a:xfrm>
            <a:off x="1358485" y="2383291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408" name="Google Shape;408;p48"/>
          <p:cNvPicPr preferRelativeResize="0"/>
          <p:nvPr/>
        </p:nvPicPr>
        <p:blipFill rotWithShape="1">
          <a:blip r:embed="rId3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4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Section Header" showMasterSp="0">
  <p:cSld name="8_Section Header 4">
    <p:bg>
      <p:bgPr>
        <a:solidFill>
          <a:schemeClr val="dk1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black background&#10;&#10;AI-generated content may be incorrect." id="411" name="Google Shape;411;p49"/>
          <p:cNvPicPr preferRelativeResize="0"/>
          <p:nvPr/>
        </p:nvPicPr>
        <p:blipFill rotWithShape="1">
          <a:blip r:embed="rId2">
            <a:alphaModFix/>
          </a:blip>
          <a:srcRect b="0" l="0" r="29777" t="29777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5022846" y="-1"/>
            <a:ext cx="7169151" cy="53594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49"/>
          <p:cNvSpPr txBox="1"/>
          <p:nvPr>
            <p:ph type="title"/>
          </p:nvPr>
        </p:nvSpPr>
        <p:spPr>
          <a:xfrm>
            <a:off x="1358485" y="2383291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14" name="Google Shape;414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64585" y="6120365"/>
            <a:ext cx="1297704" cy="547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Section Header">
  <p:cSld name="8_Section Header 5">
    <p:bg>
      <p:bgPr>
        <a:solidFill>
          <a:schemeClr val="lt1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Google Shape;41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5022846" y="-1"/>
            <a:ext cx="7169151" cy="53594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50"/>
          <p:cNvSpPr txBox="1"/>
          <p:nvPr>
            <p:ph type="title"/>
          </p:nvPr>
        </p:nvSpPr>
        <p:spPr>
          <a:xfrm>
            <a:off x="1358485" y="2383291"/>
            <a:ext cx="7169150" cy="209141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54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A blue and black background&#10;&#10;Description automatically generated" id="418" name="Google Shape;418;p50"/>
          <p:cNvPicPr preferRelativeResize="0"/>
          <p:nvPr/>
        </p:nvPicPr>
        <p:blipFill rotWithShape="1">
          <a:blip r:embed="rId3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50"/>
          <p:cNvSpPr/>
          <p:nvPr/>
        </p:nvSpPr>
        <p:spPr>
          <a:xfrm>
            <a:off x="743578" y="6390751"/>
            <a:ext cx="3014506" cy="2914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Content">
  <p:cSld name="Title + Content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ue letters on a black background&#10;&#10;Description automatically generated" id="421" name="Google Shape;42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317" y="6267105"/>
            <a:ext cx="1021976" cy="351857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51"/>
          <p:cNvSpPr txBox="1"/>
          <p:nvPr>
            <p:ph idx="12" type="sldNum"/>
          </p:nvPr>
        </p:nvSpPr>
        <p:spPr>
          <a:xfrm>
            <a:off x="9767778" y="6267105"/>
            <a:ext cx="2167273" cy="3518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l">
              <a:spcBef>
                <a:spcPts val="0"/>
              </a:spcBef>
              <a:buNone/>
              <a:defRPr sz="7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3" name="Google Shape;423;p51"/>
          <p:cNvSpPr txBox="1"/>
          <p:nvPr>
            <p:ph idx="1" type="body"/>
          </p:nvPr>
        </p:nvSpPr>
        <p:spPr>
          <a:xfrm>
            <a:off x="799481" y="1623022"/>
            <a:ext cx="7134284" cy="42667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b="0" sz="14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4" name="Google Shape;424;p51"/>
          <p:cNvSpPr txBox="1"/>
          <p:nvPr>
            <p:ph idx="2" type="body"/>
          </p:nvPr>
        </p:nvSpPr>
        <p:spPr>
          <a:xfrm>
            <a:off x="799481" y="720412"/>
            <a:ext cx="7134284" cy="584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b="1" sz="240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51"/>
          <p:cNvSpPr/>
          <p:nvPr/>
        </p:nvSpPr>
        <p:spPr>
          <a:xfrm>
            <a:off x="0" y="1"/>
            <a:ext cx="12192000" cy="21265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Quote">
  <p:cSld name="Large Quote">
    <p:bg>
      <p:bgPr>
        <a:solidFill>
          <a:srgbClr val="DFD7EE"/>
        </a:solidFill>
      </p:bgPr>
    </p:bg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2"/>
          <p:cNvSpPr txBox="1"/>
          <p:nvPr>
            <p:ph type="title"/>
          </p:nvPr>
        </p:nvSpPr>
        <p:spPr>
          <a:xfrm>
            <a:off x="463295" y="463297"/>
            <a:ext cx="11277600" cy="4794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5200"/>
              <a:buFont typeface="Georgia"/>
              <a:buNone/>
              <a:defRPr b="1" i="1" sz="5200" u="none" strike="noStrike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8" name="Google Shape;428;p52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429" name="Google Shape;429;p52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0" name="Google Shape;430;p52"/>
          <p:cNvSpPr txBox="1"/>
          <p:nvPr>
            <p:ph idx="1" type="body"/>
          </p:nvPr>
        </p:nvSpPr>
        <p:spPr>
          <a:xfrm>
            <a:off x="463552" y="5269475"/>
            <a:ext cx="6242049" cy="379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47154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67"/>
              <a:buChar char="•"/>
              <a:defRPr b="0" i="1" sz="1867"/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">
  <p:cSld name="Three column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3"/>
          <p:cNvSpPr txBox="1"/>
          <p:nvPr>
            <p:ph idx="1" type="body"/>
          </p:nvPr>
        </p:nvSpPr>
        <p:spPr>
          <a:xfrm>
            <a:off x="8180918" y="1706034"/>
            <a:ext cx="3560233" cy="3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3" name="Google Shape;433;p53"/>
          <p:cNvSpPr txBox="1"/>
          <p:nvPr>
            <p:ph idx="2" type="body"/>
          </p:nvPr>
        </p:nvSpPr>
        <p:spPr>
          <a:xfrm>
            <a:off x="4318000" y="1706034"/>
            <a:ext cx="3556000" cy="3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4" name="Google Shape;434;p53"/>
          <p:cNvSpPr txBox="1"/>
          <p:nvPr>
            <p:ph idx="3" type="body"/>
          </p:nvPr>
        </p:nvSpPr>
        <p:spPr>
          <a:xfrm>
            <a:off x="457200" y="1706034"/>
            <a:ext cx="3556000" cy="3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5" name="Google Shape;435;p53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436" name="Google Shape;436;p53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7" name="Google Shape;437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54"/>
          <p:cNvSpPr txBox="1"/>
          <p:nvPr>
            <p:ph idx="1" type="body"/>
          </p:nvPr>
        </p:nvSpPr>
        <p:spPr>
          <a:xfrm>
            <a:off x="463293" y="1706880"/>
            <a:ext cx="1127760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/>
            </a:lvl1pPr>
            <a:lvl2pPr indent="-3429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0" name="Google Shape;440;p5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1" name="Google Shape;441;p54"/>
          <p:cNvSpPr txBox="1"/>
          <p:nvPr>
            <p:ph idx="11" type="ftr"/>
          </p:nvPr>
        </p:nvSpPr>
        <p:spPr>
          <a:xfrm>
            <a:off x="1097280" y="6364224"/>
            <a:ext cx="68762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442" name="Google Shape;442;p54"/>
          <p:cNvSpPr txBox="1"/>
          <p:nvPr>
            <p:ph idx="12" type="sldNum"/>
          </p:nvPr>
        </p:nvSpPr>
        <p:spPr>
          <a:xfrm>
            <a:off x="463296" y="6361971"/>
            <a:ext cx="466165" cy="1817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-One Column">
  <p:cSld name="Two-One Column"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55"/>
          <p:cNvSpPr txBox="1"/>
          <p:nvPr>
            <p:ph idx="1" type="body"/>
          </p:nvPr>
        </p:nvSpPr>
        <p:spPr>
          <a:xfrm>
            <a:off x="8180918" y="1706034"/>
            <a:ext cx="3560233" cy="3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5" name="Google Shape;445;p55"/>
          <p:cNvSpPr txBox="1"/>
          <p:nvPr>
            <p:ph idx="2" type="body"/>
          </p:nvPr>
        </p:nvSpPr>
        <p:spPr>
          <a:xfrm>
            <a:off x="457200" y="1706034"/>
            <a:ext cx="7416800" cy="3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6" name="Google Shape;446;p55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447" name="Google Shape;447;p55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48" name="Google Shape;448;p5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8.xml"/><Relationship Id="rId42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39.xml"/><Relationship Id="rId44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1.xml"/><Relationship Id="rId46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3.xml"/><Relationship Id="rId1" Type="http://schemas.openxmlformats.org/officeDocument/2006/relationships/image" Target="../media/image8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48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5.xml"/><Relationship Id="rId49" Type="http://schemas.openxmlformats.org/officeDocument/2006/relationships/slideLayout" Target="../slideLayouts/slideLayout47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31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4.xml"/><Relationship Id="rId39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19.xml"/><Relationship Id="rId24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5.xml"/><Relationship Id="rId29" Type="http://schemas.openxmlformats.org/officeDocument/2006/relationships/slideLayout" Target="../slideLayouts/slideLayout27.xml"/><Relationship Id="rId51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48.xml"/><Relationship Id="rId53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9.xml"/><Relationship Id="rId55" Type="http://schemas.openxmlformats.org/officeDocument/2006/relationships/theme" Target="../theme/theme2.xml"/><Relationship Id="rId10" Type="http://schemas.openxmlformats.org/officeDocument/2006/relationships/slideLayout" Target="../slideLayouts/slideLayout8.xml"/><Relationship Id="rId54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4.xml"/><Relationship Id="rId19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  <a:defRPr b="1" i="0" sz="3200" u="none" cap="none" strike="noStrik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TR"/>
              <a:buChar char="–"/>
              <a:defRPr b="0" i="0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TR"/>
              <a:buChar char="–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8" name="Google Shape;8;p3"/>
          <p:cNvSpPr txBox="1"/>
          <p:nvPr/>
        </p:nvSpPr>
        <p:spPr>
          <a:xfrm>
            <a:off x="838200" y="6424753"/>
            <a:ext cx="382270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Confidential   |   For internal use only   |   </a:t>
            </a: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A blue and black background&#10;&#10;Description automatically generated" id="9" name="Google Shape;9;p3"/>
          <p:cNvPicPr preferRelativeResize="0"/>
          <p:nvPr/>
        </p:nvPicPr>
        <p:blipFill rotWithShape="1">
          <a:blip r:embed="rId1">
            <a:alphaModFix/>
          </a:blip>
          <a:srcRect b="50297" l="88493" r="5700" t="7481"/>
          <a:stretch/>
        </p:blipFill>
        <p:spPr>
          <a:xfrm rot="-5400000">
            <a:off x="6038851" y="704848"/>
            <a:ext cx="114299" cy="121920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background with a black square&#10;&#10;AI-generated content may be incorrect." id="10" name="Google Shape;10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65103" y="6204389"/>
            <a:ext cx="1106630" cy="38209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  <p:sldLayoutId id="2147483671" r:id="rId25"/>
    <p:sldLayoutId id="2147483672" r:id="rId26"/>
    <p:sldLayoutId id="2147483673" r:id="rId27"/>
    <p:sldLayoutId id="2147483674" r:id="rId28"/>
    <p:sldLayoutId id="2147483675" r:id="rId29"/>
    <p:sldLayoutId id="2147483676" r:id="rId30"/>
    <p:sldLayoutId id="2147483677" r:id="rId31"/>
    <p:sldLayoutId id="2147483678" r:id="rId32"/>
    <p:sldLayoutId id="2147483679" r:id="rId33"/>
    <p:sldLayoutId id="2147483680" r:id="rId34"/>
    <p:sldLayoutId id="2147483681" r:id="rId35"/>
    <p:sldLayoutId id="2147483682" r:id="rId36"/>
    <p:sldLayoutId id="2147483683" r:id="rId37"/>
    <p:sldLayoutId id="2147483684" r:id="rId38"/>
    <p:sldLayoutId id="2147483685" r:id="rId39"/>
    <p:sldLayoutId id="2147483686" r:id="rId40"/>
    <p:sldLayoutId id="2147483687" r:id="rId41"/>
    <p:sldLayoutId id="2147483688" r:id="rId42"/>
    <p:sldLayoutId id="2147483689" r:id="rId43"/>
    <p:sldLayoutId id="2147483690" r:id="rId44"/>
    <p:sldLayoutId id="2147483691" r:id="rId45"/>
    <p:sldLayoutId id="2147483692" r:id="rId46"/>
    <p:sldLayoutId id="2147483693" r:id="rId47"/>
    <p:sldLayoutId id="2147483694" r:id="rId48"/>
    <p:sldLayoutId id="2147483695" r:id="rId49"/>
    <p:sldLayoutId id="2147483696" r:id="rId50"/>
    <p:sldLayoutId id="2147483697" r:id="rId51"/>
    <p:sldLayoutId id="2147483698" r:id="rId52"/>
    <p:sldLayoutId id="2147483699" r:id="rId53"/>
    <p:sldLayoutId id="2147483700" r:id="rId5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"/>
          <p:cNvSpPr txBox="1"/>
          <p:nvPr>
            <p:ph type="title"/>
          </p:nvPr>
        </p:nvSpPr>
        <p:spPr>
          <a:xfrm>
            <a:off x="309905" y="365125"/>
            <a:ext cx="11882095" cy="8857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rPr lang="en-US" sz="240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EHC Premier Academic Partner Alignments- Final (updated 2/11/26 by CNOs)</a:t>
            </a:r>
            <a:br>
              <a:rPr lang="en-US" sz="240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endParaRPr sz="240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aphicFrame>
        <p:nvGraphicFramePr>
          <p:cNvPr id="454" name="Google Shape;454;p1"/>
          <p:cNvGraphicFramePr/>
          <p:nvPr/>
        </p:nvGraphicFramePr>
        <p:xfrm>
          <a:off x="154952" y="10610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{986F64F2-958D-47E6-ABEC-1EE503C82DD4}</a:tableStyleId>
              </a:tblPr>
              <a:tblGrid>
                <a:gridCol w="2914700"/>
                <a:gridCol w="1470550"/>
                <a:gridCol w="1973750"/>
                <a:gridCol w="1924325"/>
                <a:gridCol w="1924325"/>
                <a:gridCol w="1674450"/>
              </a:tblGrid>
              <a:tr h="299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Facility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 gridSpan="5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Regional Alignments</a:t>
                      </a:r>
                      <a:endParaRPr b="1" i="1"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 hMerge="1"/>
                <a:tc hMerge="1"/>
                <a:tc hMerge="1"/>
                <a:tc hMerge="1"/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Saint Joseph (confirmed 2/3 by Julie)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Chamberlain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KSU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Mercer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Decatur* (confirmed 2/10 by Edna)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GSU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Chamberlain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t/>
                      </a:r>
                      <a:endParaRPr b="1" sz="1300">
                        <a:highlight>
                          <a:srgbClr val="FFFF00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Emory Hillandale (confirmed 2/10 by Edna)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Chamberlain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LTAC (confirmed 2/10 by Edna)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University Hospital Midtown (confirmed 2/2 by Tawanda)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KSU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Mercer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Chamberlain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University Hospital (confirmed 1/26 by Rob)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GSU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Chamberlain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504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University Orthopedics &amp; Spine  (confirmed 1/26 by Rob)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Mercer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entury Gothic"/>
                        <a:buNone/>
                      </a:pPr>
                      <a:r>
                        <a:rPr lang="en-US" sz="1200"/>
                        <a:t>Chamberlain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1"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Clinic (confirmed by Karla &amp; Lenekia 2/11)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KSU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5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Johns Creek (confirmed 2/9 by Heather)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Century Gothic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000000"/>
                          </a:solidFill>
                        </a:rPr>
                        <a:t>Emory</a:t>
                      </a:r>
                      <a:endParaRPr b="1" i="0" sz="1300" u="none" cap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Univ of North GA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Mercer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Chamberlain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GA Gwinnett College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504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Warner Robins/Perry (confirmed 1/28 by Shellisa)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Middle Georgia State University 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Central Georgia Tech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Fort Valley State University 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Georgia College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2"/>
          <p:cNvSpPr txBox="1"/>
          <p:nvPr>
            <p:ph type="title"/>
          </p:nvPr>
        </p:nvSpPr>
        <p:spPr>
          <a:xfrm>
            <a:off x="310896" y="136525"/>
            <a:ext cx="11881104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rPr lang="en-US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Strategic Academic Partners/Recruitment- Updated 2/4/26</a:t>
            </a:r>
            <a:br>
              <a:rPr lang="en-US"/>
            </a:br>
            <a:endParaRPr/>
          </a:p>
        </p:txBody>
      </p:sp>
      <p:graphicFrame>
        <p:nvGraphicFramePr>
          <p:cNvPr id="460" name="Google Shape;460;p2"/>
          <p:cNvGraphicFramePr/>
          <p:nvPr/>
        </p:nvGraphicFramePr>
        <p:xfrm>
          <a:off x="391077" y="132645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{986F64F2-958D-47E6-ABEC-1EE503C82DD4}</a:tableStyleId>
              </a:tblPr>
              <a:tblGrid>
                <a:gridCol w="3123450"/>
                <a:gridCol w="2862425"/>
              </a:tblGrid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Premier (Tier 1)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Preferred (Tier 2)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Emory University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Albany State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40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KSU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Auburn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Mercer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Brenau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GSU (including Perimeter)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GA Southern 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Middle GA State University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University of West GA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Central GA Tech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Clemson University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Chamberlain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Augusta University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University North GA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361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Fort Valley State University 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440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Century Gothic"/>
                        <a:buNone/>
                      </a:pPr>
                      <a:r>
                        <a:rPr lang="en-US" sz="1300"/>
                        <a:t>GA College &amp; State University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  <a:tr h="255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/>
                        <a:t>GA Gwinnett College</a:t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8100" marB="38100" marR="76200" marL="76200"/>
                </a:tc>
              </a:tr>
            </a:tbl>
          </a:graphicData>
        </a:graphic>
      </p:graphicFrame>
      <p:sp>
        <p:nvSpPr>
          <p:cNvPr id="461" name="Google Shape;461;p2"/>
          <p:cNvSpPr txBox="1"/>
          <p:nvPr/>
        </p:nvSpPr>
        <p:spPr>
          <a:xfrm>
            <a:off x="6824069" y="1186606"/>
            <a:ext cx="4955325" cy="5272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55000" lnSpcReduction="20000"/>
          </a:bodyPr>
          <a:lstStyle/>
          <a:p>
            <a:pPr indent="-285739" lvl="0" marL="285739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Academic tiering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ensures limited resources are aligned to workforce ROI</a:t>
            </a:r>
            <a:endParaRPr/>
          </a:p>
          <a:p>
            <a:pPr indent="-285739" lvl="0" marL="285739" marR="0" rtl="0" algn="l">
              <a:lnSpc>
                <a:spcPct val="100000"/>
              </a:lnSpc>
              <a:spcBef>
                <a:spcPts val="374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Premier Partner definition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based on organizational needs, geographical location, &amp; feeder programs</a:t>
            </a:r>
            <a:endParaRPr/>
          </a:p>
          <a:p>
            <a:pPr indent="-285739" lvl="0" marL="285739" marR="0" rtl="0" algn="l">
              <a:lnSpc>
                <a:spcPct val="100000"/>
              </a:lnSpc>
              <a:spcBef>
                <a:spcPts val="374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Designated liaison with Tier 1 Schools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who will manage partnerships, and any scholar connections associated with programs and aligned campus recruitment calendar</a:t>
            </a:r>
            <a:endParaRPr/>
          </a:p>
          <a:p>
            <a:pPr indent="-285739" lvl="0" marL="285739" marR="0" rtl="0" algn="l">
              <a:lnSpc>
                <a:spcPct val="100000"/>
              </a:lnSpc>
              <a:spcBef>
                <a:spcPts val="374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Tiered Engagement Approach</a:t>
            </a:r>
            <a:endParaRPr/>
          </a:p>
          <a:p>
            <a:pPr indent="-238115" lvl="1" marL="619100" marR="0" rtl="0" algn="l">
              <a:lnSpc>
                <a:spcPct val="100000"/>
              </a:lnSpc>
              <a:spcBef>
                <a:spcPts val="374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1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Premier (Tier 1):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Priority Clinical Placements + Information Sessions + Special Events + Extern 1</a:t>
            </a:r>
            <a:r>
              <a:rPr b="0" baseline="3000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st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Preference</a:t>
            </a:r>
            <a:endParaRPr/>
          </a:p>
          <a:p>
            <a:pPr indent="-238115" lvl="1" marL="619100" marR="0" rtl="0" algn="l">
              <a:lnSpc>
                <a:spcPct val="100000"/>
              </a:lnSpc>
              <a:spcBef>
                <a:spcPts val="374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1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Preferred (Tier 2):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Information Sessions + Career Fairs + Special Events + Extern 2</a:t>
            </a:r>
            <a:r>
              <a:rPr b="0" baseline="3000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nd</a:t>
            </a:r>
            <a:r>
              <a:rPr b="0" i="0" lang="en-US" sz="34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preference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9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*EHC employees receive priority consideration for clinical placements.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Theme">
  <a:themeElements>
    <a:clrScheme name="Emory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8ED485"/>
      </a:accent1>
      <a:accent2>
        <a:srgbClr val="002F6C"/>
      </a:accent2>
      <a:accent3>
        <a:srgbClr val="068D9D"/>
      </a:accent3>
      <a:accent4>
        <a:srgbClr val="5386E3"/>
      </a:accent4>
      <a:accent5>
        <a:srgbClr val="E8E8E8"/>
      </a:accent5>
      <a:accent6>
        <a:srgbClr val="000000"/>
      </a:accent6>
      <a:hlink>
        <a:srgbClr val="8ED585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2026-02-17T20:39:43Z</dcterms:created>
  <dc:creator>Spiva, LeeAnna</dc:creator>
</cp:coreProperties>
</file>